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11841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正文图一第四版，中心发光与六向照明版。用户要求保留中心辐射组织但增加内容，不限制上下左右四个方向。</a:t>
            </a:r>
          </a:p>
          <a:p>
            <a:r>
              <a:t>外圈六类场景均来自最新申请书需求分析首段：高速通信、安检成像、生物传感、物质识别、无损检测、态势感知。</a:t>
            </a:r>
          </a:p>
          <a:p>
            <a:r>
              <a:t>中心关系：在给定几何、材料和激励条件下求取三维电磁场，再提取光谱、方向图等电磁响应，支持器件设计优化。幅度、相位、极化和局域场是文中明确的器件调控维度。</a:t>
            </a:r>
          </a:p>
          <a:p>
            <a:r>
              <a:t>全部场景、器件和谱线均为概念示意；中心三维场切片是定性原生矢量图，不是求解器输出。外圈六张图和中心器件图片由OpenAI图像工具生成；材料检测使用介质层压复合材料，而非宣称太赫兹可穿透金属。态势感知只表示散射与成像潜力，不作远程、全天候或既成系统能力承诺。</a:t>
            </a:r>
          </a:p>
          <a:p>
            <a:r>
              <a:t>本图不使用PPT制作skill，不包含演讲标题、章节编号或结论条；中心、文字、连接、场切片和响应曲线可编辑。本版增加独立透明光效层和中心原生发光轮廓，向六类应用发散的光线表示支撑联系，不是实测光束或电磁能量传播结果。项目拟考核性能指标没有被表述为已实现结果。第一、二、三版和原始Word均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中心光晕及六向照射光效（独立透明图层）" descr="青蓝色概念光效，用于强调中心建模对六类应用的支撑关系。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0" y="0"/>
            <a:ext cx="14630400" cy="11841480"/>
          </a:xfrm>
          <a:prstGeom prst="rect">
            <a:avLst/>
          </a:prstGeom>
        </p:spPr>
      </p:pic>
      <p:sp>
        <p:nvSpPr>
          <p:cNvPr id="3" name="原生矢量科研示意"/>
          <p:cNvSpPr/>
          <p:nvPr/>
        </p:nvSpPr>
        <p:spPr>
          <a:xfrm>
            <a:off x="4846320" y="3639312"/>
            <a:ext cx="771315" cy="577060"/>
          </a:xfrm>
          <a:custGeom>
            <a:avLst/>
            <a:gdLst/>
            <a:ahLst/>
            <a:cxnLst/>
            <a:rect l="l" t="t" r="r" b="b"/>
            <a:pathLst>
              <a:path w="771315" h="577060">
                <a:moveTo>
                  <a:pt x="771315" y="465355"/>
                </a:moveTo>
                <a:lnTo>
                  <a:pt x="233418" y="82103"/>
                </a:lnTo>
                <a:lnTo>
                  <a:pt x="289132" y="3909"/>
                </a:lnTo>
                <a:lnTo>
                  <a:pt x="0" y="0"/>
                </a:lnTo>
                <a:lnTo>
                  <a:pt x="98115" y="272003"/>
                </a:lnTo>
                <a:lnTo>
                  <a:pt x="153828" y="193809"/>
                </a:lnTo>
                <a:lnTo>
                  <a:pt x="691724" y="577060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原生矢量科研示意"/>
          <p:cNvSpPr/>
          <p:nvPr/>
        </p:nvSpPr>
        <p:spPr>
          <a:xfrm>
            <a:off x="9012764" y="3639312"/>
            <a:ext cx="771316" cy="577060"/>
          </a:xfrm>
          <a:custGeom>
            <a:avLst/>
            <a:gdLst/>
            <a:ahLst/>
            <a:cxnLst/>
            <a:rect l="l" t="t" r="r" b="b"/>
            <a:pathLst>
              <a:path w="771316" h="577060">
                <a:moveTo>
                  <a:pt x="79591" y="577060"/>
                </a:moveTo>
                <a:lnTo>
                  <a:pt x="617487" y="193809"/>
                </a:lnTo>
                <a:lnTo>
                  <a:pt x="673200" y="272003"/>
                </a:lnTo>
                <a:lnTo>
                  <a:pt x="771316" y="0"/>
                </a:lnTo>
                <a:lnTo>
                  <a:pt x="482183" y="3909"/>
                </a:lnTo>
                <a:lnTo>
                  <a:pt x="537897" y="82103"/>
                </a:lnTo>
                <a:lnTo>
                  <a:pt x="0" y="465355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原生矢量科研示意"/>
          <p:cNvSpPr/>
          <p:nvPr/>
        </p:nvSpPr>
        <p:spPr>
          <a:xfrm>
            <a:off x="3931920" y="5687568"/>
            <a:ext cx="548640" cy="329184"/>
          </a:xfrm>
          <a:custGeom>
            <a:avLst/>
            <a:gdLst/>
            <a:ahLst/>
            <a:cxnLst/>
            <a:rect l="l" t="t" r="r" b="b"/>
            <a:pathLst>
              <a:path w="548640" h="329184">
                <a:moveTo>
                  <a:pt x="548640" y="96012"/>
                </a:moveTo>
                <a:lnTo>
                  <a:pt x="237743" y="96012"/>
                </a:lnTo>
                <a:lnTo>
                  <a:pt x="237743" y="0"/>
                </a:lnTo>
                <a:lnTo>
                  <a:pt x="0" y="164592"/>
                </a:lnTo>
                <a:lnTo>
                  <a:pt x="237743" y="329184"/>
                </a:lnTo>
                <a:lnTo>
                  <a:pt x="237743" y="233172"/>
                </a:lnTo>
                <a:lnTo>
                  <a:pt x="548640" y="233172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原生矢量科研示意"/>
          <p:cNvSpPr/>
          <p:nvPr/>
        </p:nvSpPr>
        <p:spPr>
          <a:xfrm>
            <a:off x="10149840" y="5687568"/>
            <a:ext cx="548640" cy="329184"/>
          </a:xfrm>
          <a:custGeom>
            <a:avLst/>
            <a:gdLst/>
            <a:ahLst/>
            <a:cxnLst/>
            <a:rect l="l" t="t" r="r" b="b"/>
            <a:pathLst>
              <a:path w="548640" h="329184">
                <a:moveTo>
                  <a:pt x="0" y="233172"/>
                </a:moveTo>
                <a:lnTo>
                  <a:pt x="310896" y="233172"/>
                </a:lnTo>
                <a:lnTo>
                  <a:pt x="310896" y="329184"/>
                </a:lnTo>
                <a:lnTo>
                  <a:pt x="548640" y="164592"/>
                </a:lnTo>
                <a:lnTo>
                  <a:pt x="310896" y="0"/>
                </a:lnTo>
                <a:lnTo>
                  <a:pt x="310896" y="96012"/>
                </a:lnTo>
                <a:lnTo>
                  <a:pt x="0" y="96012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原生矢量科研示意"/>
          <p:cNvSpPr/>
          <p:nvPr/>
        </p:nvSpPr>
        <p:spPr>
          <a:xfrm>
            <a:off x="4846320" y="7585549"/>
            <a:ext cx="797074" cy="762923"/>
          </a:xfrm>
          <a:custGeom>
            <a:avLst/>
            <a:gdLst/>
            <a:ahLst/>
            <a:cxnLst/>
            <a:rect l="l" t="t" r="r" b="b"/>
            <a:pathLst>
              <a:path w="797074" h="762923">
                <a:moveTo>
                  <a:pt x="702541" y="0"/>
                </a:moveTo>
                <a:lnTo>
                  <a:pt x="124993" y="549376"/>
                </a:lnTo>
                <a:lnTo>
                  <a:pt x="58820" y="479810"/>
                </a:lnTo>
                <a:lnTo>
                  <a:pt x="0" y="762923"/>
                </a:lnTo>
                <a:lnTo>
                  <a:pt x="285698" y="718323"/>
                </a:lnTo>
                <a:lnTo>
                  <a:pt x="219525" y="648756"/>
                </a:lnTo>
                <a:lnTo>
                  <a:pt x="797074" y="99381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原生矢量科研示意"/>
          <p:cNvSpPr/>
          <p:nvPr/>
        </p:nvSpPr>
        <p:spPr>
          <a:xfrm>
            <a:off x="8987005" y="7585549"/>
            <a:ext cx="797075" cy="762923"/>
          </a:xfrm>
          <a:custGeom>
            <a:avLst/>
            <a:gdLst/>
            <a:ahLst/>
            <a:cxnLst/>
            <a:rect l="l" t="t" r="r" b="b"/>
            <a:pathLst>
              <a:path w="797075" h="762923">
                <a:moveTo>
                  <a:pt x="0" y="99381"/>
                </a:moveTo>
                <a:lnTo>
                  <a:pt x="577549" y="648756"/>
                </a:lnTo>
                <a:lnTo>
                  <a:pt x="511376" y="718323"/>
                </a:lnTo>
                <a:lnTo>
                  <a:pt x="797075" y="762923"/>
                </a:lnTo>
                <a:lnTo>
                  <a:pt x="738254" y="479810"/>
                </a:lnTo>
                <a:lnTo>
                  <a:pt x="672081" y="549376"/>
                </a:lnTo>
                <a:lnTo>
                  <a:pt x="94533" y="0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电磁建模核心：结构—场—响应"/>
          <p:cNvSpPr/>
          <p:nvPr/>
        </p:nvSpPr>
        <p:spPr>
          <a:xfrm>
            <a:off x="4434840" y="3785615"/>
            <a:ext cx="5760720" cy="4251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6C7EE"/>
            </a:solidFill>
          </a:ln>
          <a:effectLst>
            <a:glow rad="203200">
              <a:srgbClr val="55C8F1">
                <a:alpha val="45000"/>
              </a:srgbClr>
            </a:glo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太赫兹电磁场建模"/>
          <p:cNvSpPr txBox="1"/>
          <p:nvPr/>
        </p:nvSpPr>
        <p:spPr>
          <a:xfrm>
            <a:off x="4846320" y="4114800"/>
            <a:ext cx="4937760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394F"/>
                </a:solidFill>
                <a:latin typeface="Noto Serif CJK SC"/>
                <a:ea typeface="Noto Serif CJK SC"/>
              </a:rPr>
              <a:t>太赫兹电磁场建模</a:t>
            </a:r>
          </a:p>
        </p:txBody>
      </p:sp>
      <p:sp>
        <p:nvSpPr>
          <p:cNvPr id="11" name="幅度 · 相位 · 极化 · 局域场"/>
          <p:cNvSpPr txBox="1"/>
          <p:nvPr/>
        </p:nvSpPr>
        <p:spPr>
          <a:xfrm>
            <a:off x="4709160" y="4645152"/>
            <a:ext cx="52120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幅度 · 相位 · 极化 · 局域场</a:t>
            </a:r>
          </a:p>
        </p:txBody>
      </p:sp>
      <p:sp>
        <p:nvSpPr>
          <p:cNvPr id="12" name="器件结构"/>
          <p:cNvSpPr txBox="1"/>
          <p:nvPr/>
        </p:nvSpPr>
        <p:spPr>
          <a:xfrm>
            <a:off x="466344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器件结构</a:t>
            </a:r>
          </a:p>
        </p:txBody>
      </p:sp>
      <p:sp>
        <p:nvSpPr>
          <p:cNvPr id="13" name="三维电磁场"/>
          <p:cNvSpPr txBox="1"/>
          <p:nvPr/>
        </p:nvSpPr>
        <p:spPr>
          <a:xfrm>
            <a:off x="653796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三维电磁场</a:t>
            </a:r>
          </a:p>
        </p:txBody>
      </p:sp>
      <p:sp>
        <p:nvSpPr>
          <p:cNvPr id="14" name="电磁响应"/>
          <p:cNvSpPr txBox="1"/>
          <p:nvPr/>
        </p:nvSpPr>
        <p:spPr>
          <a:xfrm>
            <a:off x="841248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电磁响应</a:t>
            </a:r>
          </a:p>
        </p:txBody>
      </p:sp>
      <p:pic>
        <p:nvPicPr>
          <p:cNvPr id="15" name="亚波长开口环阵列" descr="亚波长开口环阵列；概念示意，非测量或仿真结果。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00600" y="5567553"/>
            <a:ext cx="1527047" cy="1145285"/>
          </a:xfrm>
          <a:prstGeom prst="rect">
            <a:avLst/>
          </a:prstGeom>
        </p:spPr>
      </p:pic>
      <p:sp>
        <p:nvSpPr>
          <p:cNvPr id="16" name="原生矢量科研示意"/>
          <p:cNvSpPr/>
          <p:nvPr/>
        </p:nvSpPr>
        <p:spPr>
          <a:xfrm>
            <a:off x="6696699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原生矢量科研示意"/>
          <p:cNvSpPr/>
          <p:nvPr/>
        </p:nvSpPr>
        <p:spPr>
          <a:xfrm>
            <a:off x="6747644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原生矢量科研示意"/>
          <p:cNvSpPr/>
          <p:nvPr/>
        </p:nvSpPr>
        <p:spPr>
          <a:xfrm>
            <a:off x="6798590" y="6519442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原生矢量科研示意"/>
          <p:cNvSpPr/>
          <p:nvPr/>
        </p:nvSpPr>
        <p:spPr>
          <a:xfrm>
            <a:off x="6849535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原生矢量科研示意"/>
          <p:cNvSpPr/>
          <p:nvPr/>
        </p:nvSpPr>
        <p:spPr>
          <a:xfrm>
            <a:off x="6900480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原生矢量科研示意"/>
          <p:cNvSpPr/>
          <p:nvPr/>
        </p:nvSpPr>
        <p:spPr>
          <a:xfrm>
            <a:off x="6951425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原生矢量科研示意"/>
          <p:cNvSpPr/>
          <p:nvPr/>
        </p:nvSpPr>
        <p:spPr>
          <a:xfrm>
            <a:off x="7002370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原生矢量科研示意"/>
          <p:cNvSpPr/>
          <p:nvPr/>
        </p:nvSpPr>
        <p:spPr>
          <a:xfrm>
            <a:off x="6837308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原生矢量科研示意"/>
          <p:cNvSpPr/>
          <p:nvPr/>
        </p:nvSpPr>
        <p:spPr>
          <a:xfrm>
            <a:off x="6888253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原生矢量科研示意"/>
          <p:cNvSpPr/>
          <p:nvPr/>
        </p:nvSpPr>
        <p:spPr>
          <a:xfrm>
            <a:off x="6939198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原生矢量科研示意"/>
          <p:cNvSpPr/>
          <p:nvPr/>
        </p:nvSpPr>
        <p:spPr>
          <a:xfrm>
            <a:off x="6990143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原生矢量科研示意"/>
          <p:cNvSpPr/>
          <p:nvPr/>
        </p:nvSpPr>
        <p:spPr>
          <a:xfrm>
            <a:off x="7041089" y="644472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原生矢量科研示意"/>
          <p:cNvSpPr/>
          <p:nvPr/>
        </p:nvSpPr>
        <p:spPr>
          <a:xfrm>
            <a:off x="7092034" y="640736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原生矢量科研示意"/>
          <p:cNvSpPr/>
          <p:nvPr/>
        </p:nvSpPr>
        <p:spPr>
          <a:xfrm>
            <a:off x="7142979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原生矢量科研示意"/>
          <p:cNvSpPr/>
          <p:nvPr/>
        </p:nvSpPr>
        <p:spPr>
          <a:xfrm>
            <a:off x="6977917" y="659416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原生矢量科研示意"/>
          <p:cNvSpPr/>
          <p:nvPr/>
        </p:nvSpPr>
        <p:spPr>
          <a:xfrm>
            <a:off x="7028862" y="655680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原生矢量科研示意"/>
          <p:cNvSpPr/>
          <p:nvPr/>
        </p:nvSpPr>
        <p:spPr>
          <a:xfrm>
            <a:off x="7079807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原生矢量科研示意"/>
          <p:cNvSpPr/>
          <p:nvPr/>
        </p:nvSpPr>
        <p:spPr>
          <a:xfrm>
            <a:off x="7130752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原生矢量科研示意"/>
          <p:cNvSpPr/>
          <p:nvPr/>
        </p:nvSpPr>
        <p:spPr>
          <a:xfrm>
            <a:off x="7181697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原生矢量科研示意"/>
          <p:cNvSpPr/>
          <p:nvPr/>
        </p:nvSpPr>
        <p:spPr>
          <a:xfrm>
            <a:off x="7232642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原生矢量科研示意"/>
          <p:cNvSpPr/>
          <p:nvPr/>
        </p:nvSpPr>
        <p:spPr>
          <a:xfrm>
            <a:off x="7283587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原生矢量科研示意"/>
          <p:cNvSpPr/>
          <p:nvPr/>
        </p:nvSpPr>
        <p:spPr>
          <a:xfrm>
            <a:off x="7118525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原生矢量科研示意"/>
          <p:cNvSpPr/>
          <p:nvPr/>
        </p:nvSpPr>
        <p:spPr>
          <a:xfrm>
            <a:off x="7169470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原生矢量科研示意"/>
          <p:cNvSpPr/>
          <p:nvPr/>
        </p:nvSpPr>
        <p:spPr>
          <a:xfrm>
            <a:off x="7220415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原生矢量科研示意"/>
          <p:cNvSpPr/>
          <p:nvPr/>
        </p:nvSpPr>
        <p:spPr>
          <a:xfrm>
            <a:off x="7271361" y="648208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原生矢量科研示意"/>
          <p:cNvSpPr/>
          <p:nvPr/>
        </p:nvSpPr>
        <p:spPr>
          <a:xfrm>
            <a:off x="7322306" y="644472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原生矢量科研示意"/>
          <p:cNvSpPr/>
          <p:nvPr/>
        </p:nvSpPr>
        <p:spPr>
          <a:xfrm>
            <a:off x="7373251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原生矢量科研示意"/>
          <p:cNvSpPr/>
          <p:nvPr/>
        </p:nvSpPr>
        <p:spPr>
          <a:xfrm>
            <a:off x="7424196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原生矢量科研示意"/>
          <p:cNvSpPr/>
          <p:nvPr/>
        </p:nvSpPr>
        <p:spPr>
          <a:xfrm>
            <a:off x="7259134" y="659416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原生矢量科研示意"/>
          <p:cNvSpPr/>
          <p:nvPr/>
        </p:nvSpPr>
        <p:spPr>
          <a:xfrm>
            <a:off x="7310079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原生矢量科研示意"/>
          <p:cNvSpPr/>
          <p:nvPr/>
        </p:nvSpPr>
        <p:spPr>
          <a:xfrm>
            <a:off x="7361024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原生矢量科研示意"/>
          <p:cNvSpPr/>
          <p:nvPr/>
        </p:nvSpPr>
        <p:spPr>
          <a:xfrm>
            <a:off x="7411969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原生矢量科研示意"/>
          <p:cNvSpPr/>
          <p:nvPr/>
        </p:nvSpPr>
        <p:spPr>
          <a:xfrm>
            <a:off x="7462914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原生矢量科研示意"/>
          <p:cNvSpPr/>
          <p:nvPr/>
        </p:nvSpPr>
        <p:spPr>
          <a:xfrm>
            <a:off x="7513859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原生矢量科研示意"/>
          <p:cNvSpPr/>
          <p:nvPr/>
        </p:nvSpPr>
        <p:spPr>
          <a:xfrm>
            <a:off x="7564805" y="6370003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原生矢量科研示意"/>
          <p:cNvSpPr/>
          <p:nvPr/>
        </p:nvSpPr>
        <p:spPr>
          <a:xfrm>
            <a:off x="7399742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原生矢量科研示意"/>
          <p:cNvSpPr/>
          <p:nvPr/>
        </p:nvSpPr>
        <p:spPr>
          <a:xfrm>
            <a:off x="7450687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原生矢量科研示意"/>
          <p:cNvSpPr/>
          <p:nvPr/>
        </p:nvSpPr>
        <p:spPr>
          <a:xfrm>
            <a:off x="7501633" y="6519442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原生矢量科研示意"/>
          <p:cNvSpPr/>
          <p:nvPr/>
        </p:nvSpPr>
        <p:spPr>
          <a:xfrm>
            <a:off x="7552578" y="648208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原生矢量科研示意"/>
          <p:cNvSpPr/>
          <p:nvPr/>
        </p:nvSpPr>
        <p:spPr>
          <a:xfrm>
            <a:off x="7603523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原生矢量科研示意"/>
          <p:cNvSpPr/>
          <p:nvPr/>
        </p:nvSpPr>
        <p:spPr>
          <a:xfrm>
            <a:off x="7654468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原生矢量科研示意"/>
          <p:cNvSpPr/>
          <p:nvPr/>
        </p:nvSpPr>
        <p:spPr>
          <a:xfrm>
            <a:off x="7705413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原生矢量科研示意"/>
          <p:cNvSpPr/>
          <p:nvPr/>
        </p:nvSpPr>
        <p:spPr>
          <a:xfrm>
            <a:off x="7540351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原生矢量科研示意"/>
          <p:cNvSpPr/>
          <p:nvPr/>
        </p:nvSpPr>
        <p:spPr>
          <a:xfrm>
            <a:off x="7591296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原生矢量科研示意"/>
          <p:cNvSpPr/>
          <p:nvPr/>
        </p:nvSpPr>
        <p:spPr>
          <a:xfrm>
            <a:off x="7642241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原生矢量科研示意"/>
          <p:cNvSpPr/>
          <p:nvPr/>
        </p:nvSpPr>
        <p:spPr>
          <a:xfrm>
            <a:off x="7693186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原生矢量科研示意"/>
          <p:cNvSpPr/>
          <p:nvPr/>
        </p:nvSpPr>
        <p:spPr>
          <a:xfrm>
            <a:off x="7744131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原生矢量科研示意"/>
          <p:cNvSpPr/>
          <p:nvPr/>
        </p:nvSpPr>
        <p:spPr>
          <a:xfrm>
            <a:off x="7795077" y="640736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原生矢量科研示意"/>
          <p:cNvSpPr/>
          <p:nvPr/>
        </p:nvSpPr>
        <p:spPr>
          <a:xfrm>
            <a:off x="7846022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原生矢量科研示意"/>
          <p:cNvSpPr/>
          <p:nvPr/>
        </p:nvSpPr>
        <p:spPr>
          <a:xfrm>
            <a:off x="6892838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原生矢量科研示意"/>
          <p:cNvSpPr/>
          <p:nvPr/>
        </p:nvSpPr>
        <p:spPr>
          <a:xfrm>
            <a:off x="6892838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原生矢量科研示意"/>
          <p:cNvSpPr/>
          <p:nvPr/>
        </p:nvSpPr>
        <p:spPr>
          <a:xfrm>
            <a:off x="6892838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原生矢量科研示意"/>
          <p:cNvSpPr/>
          <p:nvPr/>
        </p:nvSpPr>
        <p:spPr>
          <a:xfrm>
            <a:off x="6892838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原生矢量科研示意"/>
          <p:cNvSpPr/>
          <p:nvPr/>
        </p:nvSpPr>
        <p:spPr>
          <a:xfrm>
            <a:off x="6892838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原生矢量科研示意"/>
          <p:cNvSpPr/>
          <p:nvPr/>
        </p:nvSpPr>
        <p:spPr>
          <a:xfrm>
            <a:off x="6892838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原生矢量科研示意"/>
          <p:cNvSpPr/>
          <p:nvPr/>
        </p:nvSpPr>
        <p:spPr>
          <a:xfrm>
            <a:off x="6892838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原生矢量科研示意"/>
          <p:cNvSpPr/>
          <p:nvPr/>
        </p:nvSpPr>
        <p:spPr>
          <a:xfrm>
            <a:off x="7033447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原生矢量科研示意"/>
          <p:cNvSpPr/>
          <p:nvPr/>
        </p:nvSpPr>
        <p:spPr>
          <a:xfrm>
            <a:off x="7033447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原生矢量科研示意"/>
          <p:cNvSpPr/>
          <p:nvPr/>
        </p:nvSpPr>
        <p:spPr>
          <a:xfrm>
            <a:off x="7033447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原生矢量科研示意"/>
          <p:cNvSpPr/>
          <p:nvPr/>
        </p:nvSpPr>
        <p:spPr>
          <a:xfrm>
            <a:off x="7033447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原生矢量科研示意"/>
          <p:cNvSpPr/>
          <p:nvPr/>
        </p:nvSpPr>
        <p:spPr>
          <a:xfrm>
            <a:off x="7033447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原生矢量科研示意"/>
          <p:cNvSpPr/>
          <p:nvPr/>
        </p:nvSpPr>
        <p:spPr>
          <a:xfrm>
            <a:off x="7033447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原生矢量科研示意"/>
          <p:cNvSpPr/>
          <p:nvPr/>
        </p:nvSpPr>
        <p:spPr>
          <a:xfrm>
            <a:off x="7033447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原生矢量科研示意"/>
          <p:cNvSpPr/>
          <p:nvPr/>
        </p:nvSpPr>
        <p:spPr>
          <a:xfrm>
            <a:off x="7174055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原生矢量科研示意"/>
          <p:cNvSpPr/>
          <p:nvPr/>
        </p:nvSpPr>
        <p:spPr>
          <a:xfrm>
            <a:off x="7174055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原生矢量科研示意"/>
          <p:cNvSpPr/>
          <p:nvPr/>
        </p:nvSpPr>
        <p:spPr>
          <a:xfrm>
            <a:off x="7174055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原生矢量科研示意"/>
          <p:cNvSpPr/>
          <p:nvPr/>
        </p:nvSpPr>
        <p:spPr>
          <a:xfrm>
            <a:off x="7174055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原生矢量科研示意"/>
          <p:cNvSpPr/>
          <p:nvPr/>
        </p:nvSpPr>
        <p:spPr>
          <a:xfrm>
            <a:off x="7174055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原生矢量科研示意"/>
          <p:cNvSpPr/>
          <p:nvPr/>
        </p:nvSpPr>
        <p:spPr>
          <a:xfrm>
            <a:off x="7174055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原生矢量科研示意"/>
          <p:cNvSpPr/>
          <p:nvPr/>
        </p:nvSpPr>
        <p:spPr>
          <a:xfrm>
            <a:off x="7174055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原生矢量科研示意"/>
          <p:cNvSpPr/>
          <p:nvPr/>
        </p:nvSpPr>
        <p:spPr>
          <a:xfrm>
            <a:off x="7314664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原生矢量科研示意"/>
          <p:cNvSpPr/>
          <p:nvPr/>
        </p:nvSpPr>
        <p:spPr>
          <a:xfrm>
            <a:off x="7314664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原生矢量科研示意"/>
          <p:cNvSpPr/>
          <p:nvPr/>
        </p:nvSpPr>
        <p:spPr>
          <a:xfrm>
            <a:off x="7314664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原生矢量科研示意"/>
          <p:cNvSpPr/>
          <p:nvPr/>
        </p:nvSpPr>
        <p:spPr>
          <a:xfrm>
            <a:off x="7314664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原生矢量科研示意"/>
          <p:cNvSpPr/>
          <p:nvPr/>
        </p:nvSpPr>
        <p:spPr>
          <a:xfrm>
            <a:off x="7314664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原生矢量科研示意"/>
          <p:cNvSpPr/>
          <p:nvPr/>
        </p:nvSpPr>
        <p:spPr>
          <a:xfrm>
            <a:off x="7314664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原生矢量科研示意"/>
          <p:cNvSpPr/>
          <p:nvPr/>
        </p:nvSpPr>
        <p:spPr>
          <a:xfrm>
            <a:off x="7314664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原生矢量科研示意"/>
          <p:cNvSpPr/>
          <p:nvPr/>
        </p:nvSpPr>
        <p:spPr>
          <a:xfrm>
            <a:off x="7455273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原生矢量科研示意"/>
          <p:cNvSpPr/>
          <p:nvPr/>
        </p:nvSpPr>
        <p:spPr>
          <a:xfrm>
            <a:off x="7455273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原生矢量科研示意"/>
          <p:cNvSpPr/>
          <p:nvPr/>
        </p:nvSpPr>
        <p:spPr>
          <a:xfrm>
            <a:off x="7455273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原生矢量科研示意"/>
          <p:cNvSpPr/>
          <p:nvPr/>
        </p:nvSpPr>
        <p:spPr>
          <a:xfrm>
            <a:off x="7455273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原生矢量科研示意"/>
          <p:cNvSpPr/>
          <p:nvPr/>
        </p:nvSpPr>
        <p:spPr>
          <a:xfrm>
            <a:off x="7455273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原生矢量科研示意"/>
          <p:cNvSpPr/>
          <p:nvPr/>
        </p:nvSpPr>
        <p:spPr>
          <a:xfrm>
            <a:off x="7455273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原生矢量科研示意"/>
          <p:cNvSpPr/>
          <p:nvPr/>
        </p:nvSpPr>
        <p:spPr>
          <a:xfrm>
            <a:off x="7455273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原生矢量科研示意"/>
          <p:cNvSpPr/>
          <p:nvPr/>
        </p:nvSpPr>
        <p:spPr>
          <a:xfrm>
            <a:off x="7595881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原生矢量科研示意"/>
          <p:cNvSpPr/>
          <p:nvPr/>
        </p:nvSpPr>
        <p:spPr>
          <a:xfrm>
            <a:off x="7595881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原生矢量科研示意"/>
          <p:cNvSpPr/>
          <p:nvPr/>
        </p:nvSpPr>
        <p:spPr>
          <a:xfrm>
            <a:off x="7595881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原生矢量科研示意"/>
          <p:cNvSpPr/>
          <p:nvPr/>
        </p:nvSpPr>
        <p:spPr>
          <a:xfrm>
            <a:off x="7595881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原生矢量科研示意"/>
          <p:cNvSpPr/>
          <p:nvPr/>
        </p:nvSpPr>
        <p:spPr>
          <a:xfrm>
            <a:off x="7595881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原生矢量科研示意"/>
          <p:cNvSpPr/>
          <p:nvPr/>
        </p:nvSpPr>
        <p:spPr>
          <a:xfrm>
            <a:off x="7595881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原生矢量科研示意"/>
          <p:cNvSpPr/>
          <p:nvPr/>
        </p:nvSpPr>
        <p:spPr>
          <a:xfrm>
            <a:off x="7595881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原生矢量科研示意"/>
          <p:cNvSpPr/>
          <p:nvPr/>
        </p:nvSpPr>
        <p:spPr>
          <a:xfrm>
            <a:off x="7736490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原生矢量科研示意"/>
          <p:cNvSpPr/>
          <p:nvPr/>
        </p:nvSpPr>
        <p:spPr>
          <a:xfrm>
            <a:off x="7736490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原生矢量科研示意"/>
          <p:cNvSpPr/>
          <p:nvPr/>
        </p:nvSpPr>
        <p:spPr>
          <a:xfrm>
            <a:off x="7736490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原生矢量科研示意"/>
          <p:cNvSpPr/>
          <p:nvPr/>
        </p:nvSpPr>
        <p:spPr>
          <a:xfrm>
            <a:off x="7736490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原生矢量科研示意"/>
          <p:cNvSpPr/>
          <p:nvPr/>
        </p:nvSpPr>
        <p:spPr>
          <a:xfrm>
            <a:off x="7736490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原生矢量科研示意"/>
          <p:cNvSpPr/>
          <p:nvPr/>
        </p:nvSpPr>
        <p:spPr>
          <a:xfrm>
            <a:off x="7736490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原生矢量科研示意"/>
          <p:cNvSpPr/>
          <p:nvPr/>
        </p:nvSpPr>
        <p:spPr>
          <a:xfrm>
            <a:off x="7736490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原生矢量科研示意"/>
          <p:cNvSpPr/>
          <p:nvPr/>
        </p:nvSpPr>
        <p:spPr>
          <a:xfrm>
            <a:off x="7238042" y="6544099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原生矢量科研示意"/>
          <p:cNvSpPr/>
          <p:nvPr/>
        </p:nvSpPr>
        <p:spPr>
          <a:xfrm>
            <a:off x="7238042" y="6430322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原生矢量科研示意"/>
          <p:cNvSpPr/>
          <p:nvPr/>
        </p:nvSpPr>
        <p:spPr>
          <a:xfrm>
            <a:off x="7238042" y="6316544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原生矢量科研示意"/>
          <p:cNvSpPr/>
          <p:nvPr/>
        </p:nvSpPr>
        <p:spPr>
          <a:xfrm>
            <a:off x="7238042" y="6202767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原生矢量科研示意"/>
          <p:cNvSpPr/>
          <p:nvPr/>
        </p:nvSpPr>
        <p:spPr>
          <a:xfrm>
            <a:off x="7238042" y="6088989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原生矢量科研示意"/>
          <p:cNvSpPr/>
          <p:nvPr/>
        </p:nvSpPr>
        <p:spPr>
          <a:xfrm>
            <a:off x="7238042" y="5975212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原生矢量科研示意"/>
          <p:cNvSpPr/>
          <p:nvPr/>
        </p:nvSpPr>
        <p:spPr>
          <a:xfrm>
            <a:off x="7238042" y="5861434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原生矢量科研示意"/>
          <p:cNvSpPr/>
          <p:nvPr/>
        </p:nvSpPr>
        <p:spPr>
          <a:xfrm>
            <a:off x="7288988" y="650673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原生矢量科研示意"/>
          <p:cNvSpPr/>
          <p:nvPr/>
        </p:nvSpPr>
        <p:spPr>
          <a:xfrm>
            <a:off x="7288988" y="639296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原生矢量科研示意"/>
          <p:cNvSpPr/>
          <p:nvPr/>
        </p:nvSpPr>
        <p:spPr>
          <a:xfrm>
            <a:off x="7288988" y="6279184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原生矢量科研示意"/>
          <p:cNvSpPr/>
          <p:nvPr/>
        </p:nvSpPr>
        <p:spPr>
          <a:xfrm>
            <a:off x="7288988" y="6165407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原生矢量科研示意"/>
          <p:cNvSpPr/>
          <p:nvPr/>
        </p:nvSpPr>
        <p:spPr>
          <a:xfrm>
            <a:off x="7288988" y="605162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原生矢量科研示意"/>
          <p:cNvSpPr/>
          <p:nvPr/>
        </p:nvSpPr>
        <p:spPr>
          <a:xfrm>
            <a:off x="7288988" y="593785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原生矢量科研示意"/>
          <p:cNvSpPr/>
          <p:nvPr/>
        </p:nvSpPr>
        <p:spPr>
          <a:xfrm>
            <a:off x="7288988" y="5824074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原生矢量科研示意"/>
          <p:cNvSpPr/>
          <p:nvPr/>
        </p:nvSpPr>
        <p:spPr>
          <a:xfrm>
            <a:off x="7339933" y="646937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原生矢量科研示意"/>
          <p:cNvSpPr/>
          <p:nvPr/>
        </p:nvSpPr>
        <p:spPr>
          <a:xfrm>
            <a:off x="7339933" y="635560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原生矢量科研示意"/>
          <p:cNvSpPr/>
          <p:nvPr/>
        </p:nvSpPr>
        <p:spPr>
          <a:xfrm>
            <a:off x="7339933" y="624182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原生矢量科研示意"/>
          <p:cNvSpPr/>
          <p:nvPr/>
        </p:nvSpPr>
        <p:spPr>
          <a:xfrm>
            <a:off x="7339933" y="6128047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原生矢量科研示意"/>
          <p:cNvSpPr/>
          <p:nvPr/>
        </p:nvSpPr>
        <p:spPr>
          <a:xfrm>
            <a:off x="7339933" y="601427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原生矢量科研示意"/>
          <p:cNvSpPr/>
          <p:nvPr/>
        </p:nvSpPr>
        <p:spPr>
          <a:xfrm>
            <a:off x="7339933" y="590049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原生矢量科研示意"/>
          <p:cNvSpPr/>
          <p:nvPr/>
        </p:nvSpPr>
        <p:spPr>
          <a:xfrm>
            <a:off x="7339933" y="578671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原生矢量科研示意"/>
          <p:cNvSpPr/>
          <p:nvPr/>
        </p:nvSpPr>
        <p:spPr>
          <a:xfrm>
            <a:off x="7390878" y="643202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原生矢量科研示意"/>
          <p:cNvSpPr/>
          <p:nvPr/>
        </p:nvSpPr>
        <p:spPr>
          <a:xfrm>
            <a:off x="7390878" y="631824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原生矢量科研示意"/>
          <p:cNvSpPr/>
          <p:nvPr/>
        </p:nvSpPr>
        <p:spPr>
          <a:xfrm>
            <a:off x="7390878" y="620446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原生矢量科研示意"/>
          <p:cNvSpPr/>
          <p:nvPr/>
        </p:nvSpPr>
        <p:spPr>
          <a:xfrm>
            <a:off x="7390878" y="6090687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原生矢量科研示意"/>
          <p:cNvSpPr/>
          <p:nvPr/>
        </p:nvSpPr>
        <p:spPr>
          <a:xfrm>
            <a:off x="7390878" y="597691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原生矢量科研示意"/>
          <p:cNvSpPr/>
          <p:nvPr/>
        </p:nvSpPr>
        <p:spPr>
          <a:xfrm>
            <a:off x="7390878" y="5863132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原生矢量科研示意"/>
          <p:cNvSpPr/>
          <p:nvPr/>
        </p:nvSpPr>
        <p:spPr>
          <a:xfrm>
            <a:off x="7390878" y="574935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原生矢量科研示意"/>
          <p:cNvSpPr/>
          <p:nvPr/>
        </p:nvSpPr>
        <p:spPr>
          <a:xfrm>
            <a:off x="7441823" y="639466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原生矢量科研示意"/>
          <p:cNvSpPr/>
          <p:nvPr/>
        </p:nvSpPr>
        <p:spPr>
          <a:xfrm>
            <a:off x="7441823" y="6280882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原生矢量科研示意"/>
          <p:cNvSpPr/>
          <p:nvPr/>
        </p:nvSpPr>
        <p:spPr>
          <a:xfrm>
            <a:off x="7441823" y="616710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原生矢量科研示意"/>
          <p:cNvSpPr/>
          <p:nvPr/>
        </p:nvSpPr>
        <p:spPr>
          <a:xfrm>
            <a:off x="7441823" y="6053327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原生矢量科研示意"/>
          <p:cNvSpPr/>
          <p:nvPr/>
        </p:nvSpPr>
        <p:spPr>
          <a:xfrm>
            <a:off x="7441823" y="593955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原生矢量科研示意"/>
          <p:cNvSpPr/>
          <p:nvPr/>
        </p:nvSpPr>
        <p:spPr>
          <a:xfrm>
            <a:off x="7441823" y="582577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原生矢量科研示意"/>
          <p:cNvSpPr/>
          <p:nvPr/>
        </p:nvSpPr>
        <p:spPr>
          <a:xfrm>
            <a:off x="7441823" y="571199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原生矢量科研示意"/>
          <p:cNvSpPr/>
          <p:nvPr/>
        </p:nvSpPr>
        <p:spPr>
          <a:xfrm>
            <a:off x="7492768" y="635730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原生矢量科研示意"/>
          <p:cNvSpPr/>
          <p:nvPr/>
        </p:nvSpPr>
        <p:spPr>
          <a:xfrm>
            <a:off x="7492768" y="624352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原生矢量科研示意"/>
          <p:cNvSpPr/>
          <p:nvPr/>
        </p:nvSpPr>
        <p:spPr>
          <a:xfrm>
            <a:off x="7492768" y="612974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原生矢量科研示意"/>
          <p:cNvSpPr/>
          <p:nvPr/>
        </p:nvSpPr>
        <p:spPr>
          <a:xfrm>
            <a:off x="7492768" y="6015968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原生矢量科研示意"/>
          <p:cNvSpPr/>
          <p:nvPr/>
        </p:nvSpPr>
        <p:spPr>
          <a:xfrm>
            <a:off x="7492768" y="590219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原生矢量科研示意"/>
          <p:cNvSpPr/>
          <p:nvPr/>
        </p:nvSpPr>
        <p:spPr>
          <a:xfrm>
            <a:off x="7492768" y="578841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原生矢量科研示意"/>
          <p:cNvSpPr/>
          <p:nvPr/>
        </p:nvSpPr>
        <p:spPr>
          <a:xfrm>
            <a:off x="7492768" y="567463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原生矢量科研示意"/>
          <p:cNvSpPr/>
          <p:nvPr/>
        </p:nvSpPr>
        <p:spPr>
          <a:xfrm>
            <a:off x="7543713" y="6319940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原生矢量科研示意"/>
          <p:cNvSpPr/>
          <p:nvPr/>
        </p:nvSpPr>
        <p:spPr>
          <a:xfrm>
            <a:off x="7543713" y="620616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原生矢量科研示意"/>
          <p:cNvSpPr/>
          <p:nvPr/>
        </p:nvSpPr>
        <p:spPr>
          <a:xfrm>
            <a:off x="7543713" y="609238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原生矢量科研示意"/>
          <p:cNvSpPr/>
          <p:nvPr/>
        </p:nvSpPr>
        <p:spPr>
          <a:xfrm>
            <a:off x="7543713" y="5978608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原生矢量科研示意"/>
          <p:cNvSpPr/>
          <p:nvPr/>
        </p:nvSpPr>
        <p:spPr>
          <a:xfrm>
            <a:off x="7543713" y="5864830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原生矢量科研示意"/>
          <p:cNvSpPr/>
          <p:nvPr/>
        </p:nvSpPr>
        <p:spPr>
          <a:xfrm>
            <a:off x="7543713" y="575105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原生矢量科研示意"/>
          <p:cNvSpPr/>
          <p:nvPr/>
        </p:nvSpPr>
        <p:spPr>
          <a:xfrm>
            <a:off x="7543713" y="563727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6696699" y="6695236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4" name="Connector 163"/>
          <p:cNvCxnSpPr/>
          <p:nvPr/>
        </p:nvCxnSpPr>
        <p:spPr>
          <a:xfrm flipV="1">
            <a:off x="7680960" y="6433718"/>
            <a:ext cx="356616" cy="261518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5" name="Connector 164"/>
          <p:cNvCxnSpPr/>
          <p:nvPr/>
        </p:nvCxnSpPr>
        <p:spPr>
          <a:xfrm flipH="1">
            <a:off x="7053315" y="6433718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6" name="Connector 165"/>
          <p:cNvCxnSpPr/>
          <p:nvPr/>
        </p:nvCxnSpPr>
        <p:spPr>
          <a:xfrm flipH="1">
            <a:off x="6696699" y="6433718"/>
            <a:ext cx="356616" cy="261518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7" name="Connector 166"/>
          <p:cNvCxnSpPr/>
          <p:nvPr/>
        </p:nvCxnSpPr>
        <p:spPr>
          <a:xfrm>
            <a:off x="6696699" y="5898794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8" name="Connector 167"/>
          <p:cNvCxnSpPr/>
          <p:nvPr/>
        </p:nvCxnSpPr>
        <p:spPr>
          <a:xfrm flipV="1">
            <a:off x="7680960" y="5637275"/>
            <a:ext cx="356616" cy="261519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9" name="Connector 168"/>
          <p:cNvCxnSpPr/>
          <p:nvPr/>
        </p:nvCxnSpPr>
        <p:spPr>
          <a:xfrm flipH="1">
            <a:off x="7053315" y="5637275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0" name="Connector 169"/>
          <p:cNvCxnSpPr/>
          <p:nvPr/>
        </p:nvCxnSpPr>
        <p:spPr>
          <a:xfrm flipH="1">
            <a:off x="6696699" y="5637275"/>
            <a:ext cx="356616" cy="261519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1" name="Connector 170"/>
          <p:cNvCxnSpPr/>
          <p:nvPr/>
        </p:nvCxnSpPr>
        <p:spPr>
          <a:xfrm flipV="1">
            <a:off x="6696699" y="5898794"/>
            <a:ext cx="0" cy="796442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2" name="Connector 171"/>
          <p:cNvCxnSpPr/>
          <p:nvPr/>
        </p:nvCxnSpPr>
        <p:spPr>
          <a:xfrm flipV="1">
            <a:off x="7680960" y="5898794"/>
            <a:ext cx="0" cy="796442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3" name="Connector 172"/>
          <p:cNvCxnSpPr/>
          <p:nvPr/>
        </p:nvCxnSpPr>
        <p:spPr>
          <a:xfrm flipV="1">
            <a:off x="8037576" y="5637275"/>
            <a:ext cx="0" cy="796443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4" name="Connector 173"/>
          <p:cNvCxnSpPr/>
          <p:nvPr/>
        </p:nvCxnSpPr>
        <p:spPr>
          <a:xfrm flipV="1">
            <a:off x="7053315" y="5637275"/>
            <a:ext cx="0" cy="796443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sp>
        <p:nvSpPr>
          <p:cNvPr id="175" name="原生矢量科研示意"/>
          <p:cNvSpPr/>
          <p:nvPr/>
        </p:nvSpPr>
        <p:spPr>
          <a:xfrm>
            <a:off x="7178243" y="6100876"/>
            <a:ext cx="188894" cy="124261"/>
          </a:xfrm>
          <a:custGeom>
            <a:avLst/>
            <a:gdLst/>
            <a:ahLst/>
            <a:cxnLst/>
            <a:rect l="l" t="t" r="r" b="b"/>
            <a:pathLst>
              <a:path w="188894" h="124261">
                <a:moveTo>
                  <a:pt x="6908" y="124261"/>
                </a:moveTo>
                <a:lnTo>
                  <a:pt x="157707" y="27595"/>
                </a:lnTo>
                <a:lnTo>
                  <a:pt x="166590" y="41452"/>
                </a:lnTo>
                <a:lnTo>
                  <a:pt x="188894" y="0"/>
                </a:lnTo>
                <a:lnTo>
                  <a:pt x="141916" y="2961"/>
                </a:lnTo>
                <a:lnTo>
                  <a:pt x="150798" y="16818"/>
                </a:lnTo>
                <a:lnTo>
                  <a:pt x="0" y="1134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原生矢量科研示意"/>
          <p:cNvSpPr/>
          <p:nvPr/>
        </p:nvSpPr>
        <p:spPr>
          <a:xfrm>
            <a:off x="7506330" y="6291072"/>
            <a:ext cx="188894" cy="124260"/>
          </a:xfrm>
          <a:custGeom>
            <a:avLst/>
            <a:gdLst/>
            <a:ahLst/>
            <a:cxnLst/>
            <a:rect l="l" t="t" r="r" b="b"/>
            <a:pathLst>
              <a:path w="188894" h="124260">
                <a:moveTo>
                  <a:pt x="6908" y="124260"/>
                </a:moveTo>
                <a:lnTo>
                  <a:pt x="157707" y="27594"/>
                </a:lnTo>
                <a:lnTo>
                  <a:pt x="166589" y="41451"/>
                </a:lnTo>
                <a:lnTo>
                  <a:pt x="188894" y="0"/>
                </a:lnTo>
                <a:lnTo>
                  <a:pt x="141916" y="2960"/>
                </a:lnTo>
                <a:lnTo>
                  <a:pt x="150798" y="16817"/>
                </a:lnTo>
                <a:lnTo>
                  <a:pt x="0" y="113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原生矢量科研示意"/>
          <p:cNvSpPr/>
          <p:nvPr/>
        </p:nvSpPr>
        <p:spPr>
          <a:xfrm>
            <a:off x="7720299" y="5958230"/>
            <a:ext cx="188895" cy="124261"/>
          </a:xfrm>
          <a:custGeom>
            <a:avLst/>
            <a:gdLst/>
            <a:ahLst/>
            <a:cxnLst/>
            <a:rect l="l" t="t" r="r" b="b"/>
            <a:pathLst>
              <a:path w="188895" h="124261">
                <a:moveTo>
                  <a:pt x="6909" y="124261"/>
                </a:moveTo>
                <a:lnTo>
                  <a:pt x="157707" y="27595"/>
                </a:lnTo>
                <a:lnTo>
                  <a:pt x="166590" y="41451"/>
                </a:lnTo>
                <a:lnTo>
                  <a:pt x="188895" y="0"/>
                </a:lnTo>
                <a:lnTo>
                  <a:pt x="141916" y="2961"/>
                </a:lnTo>
                <a:lnTo>
                  <a:pt x="150799" y="16817"/>
                </a:lnTo>
                <a:lnTo>
                  <a:pt x="0" y="113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8589873" y="6364224"/>
            <a:ext cx="1261415" cy="0"/>
          </a:xfrm>
          <a:prstGeom prst="line">
            <a:avLst/>
          </a:prstGeom>
          <a:ln w="10160">
            <a:solidFill>
              <a:srgbClr val="A5B9C5"/>
            </a:solidFill>
          </a:ln>
        </p:spPr>
      </p:cxnSp>
      <p:cxnSp>
        <p:nvCxnSpPr>
          <p:cNvPr id="179" name="Connector 178"/>
          <p:cNvCxnSpPr/>
          <p:nvPr/>
        </p:nvCxnSpPr>
        <p:spPr>
          <a:xfrm>
            <a:off x="8589873" y="5627217"/>
            <a:ext cx="0" cy="737007"/>
          </a:xfrm>
          <a:prstGeom prst="line">
            <a:avLst/>
          </a:prstGeom>
          <a:ln w="10160">
            <a:solidFill>
              <a:srgbClr val="A5B9C5"/>
            </a:solidFill>
          </a:ln>
        </p:spPr>
      </p:cxnSp>
      <p:cxnSp>
        <p:nvCxnSpPr>
          <p:cNvPr id="180" name="Connector 179"/>
          <p:cNvCxnSpPr/>
          <p:nvPr/>
        </p:nvCxnSpPr>
        <p:spPr>
          <a:xfrm>
            <a:off x="8589873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1" name="Connector 180"/>
          <p:cNvCxnSpPr/>
          <p:nvPr/>
        </p:nvCxnSpPr>
        <p:spPr>
          <a:xfrm>
            <a:off x="8609583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2" name="Connector 181"/>
          <p:cNvCxnSpPr/>
          <p:nvPr/>
        </p:nvCxnSpPr>
        <p:spPr>
          <a:xfrm>
            <a:off x="8629292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3" name="Connector 182"/>
          <p:cNvCxnSpPr/>
          <p:nvPr/>
        </p:nvCxnSpPr>
        <p:spPr>
          <a:xfrm>
            <a:off x="8649002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4" name="Connector 183"/>
          <p:cNvCxnSpPr/>
          <p:nvPr/>
        </p:nvCxnSpPr>
        <p:spPr>
          <a:xfrm>
            <a:off x="8668712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5" name="Connector 184"/>
          <p:cNvCxnSpPr/>
          <p:nvPr/>
        </p:nvCxnSpPr>
        <p:spPr>
          <a:xfrm>
            <a:off x="8688421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6" name="Connector 185"/>
          <p:cNvCxnSpPr/>
          <p:nvPr/>
        </p:nvCxnSpPr>
        <p:spPr>
          <a:xfrm>
            <a:off x="8708131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7" name="Connector 186"/>
          <p:cNvCxnSpPr/>
          <p:nvPr/>
        </p:nvCxnSpPr>
        <p:spPr>
          <a:xfrm>
            <a:off x="8727840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8" name="Connector 187"/>
          <p:cNvCxnSpPr/>
          <p:nvPr/>
        </p:nvCxnSpPr>
        <p:spPr>
          <a:xfrm>
            <a:off x="8747550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9" name="Connector 188"/>
          <p:cNvCxnSpPr/>
          <p:nvPr/>
        </p:nvCxnSpPr>
        <p:spPr>
          <a:xfrm>
            <a:off x="8767260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0" name="Connector 189"/>
          <p:cNvCxnSpPr/>
          <p:nvPr/>
        </p:nvCxnSpPr>
        <p:spPr>
          <a:xfrm>
            <a:off x="8786969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1" name="Connector 190"/>
          <p:cNvCxnSpPr/>
          <p:nvPr/>
        </p:nvCxnSpPr>
        <p:spPr>
          <a:xfrm>
            <a:off x="8806679" y="5746089"/>
            <a:ext cx="19709" cy="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2" name="Connector 191"/>
          <p:cNvCxnSpPr/>
          <p:nvPr/>
        </p:nvCxnSpPr>
        <p:spPr>
          <a:xfrm>
            <a:off x="8826388" y="5746092"/>
            <a:ext cx="19710" cy="1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3" name="Connector 192"/>
          <p:cNvCxnSpPr/>
          <p:nvPr/>
        </p:nvCxnSpPr>
        <p:spPr>
          <a:xfrm>
            <a:off x="8846098" y="5746107"/>
            <a:ext cx="19710" cy="88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4" name="Connector 193"/>
          <p:cNvCxnSpPr/>
          <p:nvPr/>
        </p:nvCxnSpPr>
        <p:spPr>
          <a:xfrm>
            <a:off x="8865808" y="5746195"/>
            <a:ext cx="19709" cy="40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5" name="Connector 194"/>
          <p:cNvCxnSpPr/>
          <p:nvPr/>
        </p:nvCxnSpPr>
        <p:spPr>
          <a:xfrm>
            <a:off x="8885517" y="5746604"/>
            <a:ext cx="19710" cy="162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6" name="Connector 195"/>
          <p:cNvCxnSpPr/>
          <p:nvPr/>
        </p:nvCxnSpPr>
        <p:spPr>
          <a:xfrm>
            <a:off x="8905227" y="5748227"/>
            <a:ext cx="19709" cy="541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7" name="Connector 196"/>
          <p:cNvCxnSpPr/>
          <p:nvPr/>
        </p:nvCxnSpPr>
        <p:spPr>
          <a:xfrm>
            <a:off x="8924936" y="5753644"/>
            <a:ext cx="19710" cy="1516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8" name="Connector 197"/>
          <p:cNvCxnSpPr/>
          <p:nvPr/>
        </p:nvCxnSpPr>
        <p:spPr>
          <a:xfrm>
            <a:off x="8944646" y="5768804"/>
            <a:ext cx="19710" cy="3540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9" name="Connector 198"/>
          <p:cNvCxnSpPr/>
          <p:nvPr/>
        </p:nvCxnSpPr>
        <p:spPr>
          <a:xfrm>
            <a:off x="8964356" y="5804205"/>
            <a:ext cx="19709" cy="6841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0" name="Connector 199"/>
          <p:cNvCxnSpPr/>
          <p:nvPr/>
        </p:nvCxnSpPr>
        <p:spPr>
          <a:xfrm>
            <a:off x="8984065" y="5872617"/>
            <a:ext cx="19710" cy="10788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1" name="Connector 200"/>
          <p:cNvCxnSpPr/>
          <p:nvPr/>
        </p:nvCxnSpPr>
        <p:spPr>
          <a:xfrm>
            <a:off x="9003775" y="5980499"/>
            <a:ext cx="19709" cy="13513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2" name="Connector 201"/>
          <p:cNvCxnSpPr/>
          <p:nvPr/>
        </p:nvCxnSpPr>
        <p:spPr>
          <a:xfrm>
            <a:off x="9023484" y="6115630"/>
            <a:ext cx="19710" cy="12619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3" name="Connector 202"/>
          <p:cNvCxnSpPr/>
          <p:nvPr/>
        </p:nvCxnSpPr>
        <p:spPr>
          <a:xfrm>
            <a:off x="9043194" y="6241822"/>
            <a:ext cx="19710" cy="7015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4" name="Connector 203"/>
          <p:cNvCxnSpPr/>
          <p:nvPr/>
        </p:nvCxnSpPr>
        <p:spPr>
          <a:xfrm flipV="1">
            <a:off x="9062904" y="6295773"/>
            <a:ext cx="19709" cy="1620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5" name="Connector 204"/>
          <p:cNvCxnSpPr/>
          <p:nvPr/>
        </p:nvCxnSpPr>
        <p:spPr>
          <a:xfrm flipV="1">
            <a:off x="9082613" y="6200442"/>
            <a:ext cx="19710" cy="9533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6" name="Connector 205"/>
          <p:cNvCxnSpPr/>
          <p:nvPr/>
        </p:nvCxnSpPr>
        <p:spPr>
          <a:xfrm flipV="1">
            <a:off x="9102323" y="6065663"/>
            <a:ext cx="19709" cy="13477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7" name="Connector 206"/>
          <p:cNvCxnSpPr/>
          <p:nvPr/>
        </p:nvCxnSpPr>
        <p:spPr>
          <a:xfrm flipV="1">
            <a:off x="9122032" y="5937360"/>
            <a:ext cx="19710" cy="12830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8" name="Connector 207"/>
          <p:cNvCxnSpPr/>
          <p:nvPr/>
        </p:nvCxnSpPr>
        <p:spPr>
          <a:xfrm flipV="1">
            <a:off x="9141742" y="5843505"/>
            <a:ext cx="19710" cy="9385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9" name="Connector 208"/>
          <p:cNvCxnSpPr/>
          <p:nvPr/>
        </p:nvCxnSpPr>
        <p:spPr>
          <a:xfrm flipV="1">
            <a:off x="9161452" y="5788312"/>
            <a:ext cx="19709" cy="5519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0" name="Connector 209"/>
          <p:cNvCxnSpPr/>
          <p:nvPr/>
        </p:nvCxnSpPr>
        <p:spPr>
          <a:xfrm flipV="1">
            <a:off x="9181161" y="5761679"/>
            <a:ext cx="19710" cy="2663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1" name="Connector 210"/>
          <p:cNvCxnSpPr/>
          <p:nvPr/>
        </p:nvCxnSpPr>
        <p:spPr>
          <a:xfrm flipV="1">
            <a:off x="9200871" y="5751049"/>
            <a:ext cx="19710" cy="1063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2" name="Connector 211"/>
          <p:cNvCxnSpPr/>
          <p:nvPr/>
        </p:nvCxnSpPr>
        <p:spPr>
          <a:xfrm flipV="1">
            <a:off x="9220581" y="5747635"/>
            <a:ext cx="19709" cy="341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3" name="Connector 212"/>
          <p:cNvCxnSpPr/>
          <p:nvPr/>
        </p:nvCxnSpPr>
        <p:spPr>
          <a:xfrm flipV="1">
            <a:off x="9240290" y="5747103"/>
            <a:ext cx="19710" cy="53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4" name="Connector 213"/>
          <p:cNvCxnSpPr/>
          <p:nvPr/>
        </p:nvCxnSpPr>
        <p:spPr>
          <a:xfrm>
            <a:off x="9260000" y="5747103"/>
            <a:ext cx="19709" cy="10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5" name="Connector 214"/>
          <p:cNvCxnSpPr/>
          <p:nvPr/>
        </p:nvCxnSpPr>
        <p:spPr>
          <a:xfrm>
            <a:off x="9279709" y="5748107"/>
            <a:ext cx="19710" cy="29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6" name="Connector 215"/>
          <p:cNvCxnSpPr/>
          <p:nvPr/>
        </p:nvCxnSpPr>
        <p:spPr>
          <a:xfrm>
            <a:off x="9299419" y="5751011"/>
            <a:ext cx="19710" cy="636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7" name="Connector 216"/>
          <p:cNvCxnSpPr/>
          <p:nvPr/>
        </p:nvCxnSpPr>
        <p:spPr>
          <a:xfrm>
            <a:off x="9319129" y="5757375"/>
            <a:ext cx="19709" cy="1247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8" name="Connector 217"/>
          <p:cNvCxnSpPr/>
          <p:nvPr/>
        </p:nvCxnSpPr>
        <p:spPr>
          <a:xfrm>
            <a:off x="9338838" y="5769854"/>
            <a:ext cx="19710" cy="2212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9" name="Connector 218"/>
          <p:cNvCxnSpPr/>
          <p:nvPr/>
        </p:nvCxnSpPr>
        <p:spPr>
          <a:xfrm>
            <a:off x="9358548" y="5791977"/>
            <a:ext cx="19709" cy="3535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0" name="Connector 219"/>
          <p:cNvCxnSpPr/>
          <p:nvPr/>
        </p:nvCxnSpPr>
        <p:spPr>
          <a:xfrm>
            <a:off x="9378257" y="5827327"/>
            <a:ext cx="19710" cy="5062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1" name="Connector 220"/>
          <p:cNvCxnSpPr/>
          <p:nvPr/>
        </p:nvCxnSpPr>
        <p:spPr>
          <a:xfrm>
            <a:off x="9397967" y="5877951"/>
            <a:ext cx="19710" cy="6437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2" name="Connector 221"/>
          <p:cNvCxnSpPr/>
          <p:nvPr/>
        </p:nvCxnSpPr>
        <p:spPr>
          <a:xfrm>
            <a:off x="9417677" y="5942326"/>
            <a:ext cx="19709" cy="7152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3" name="Connector 222"/>
          <p:cNvCxnSpPr/>
          <p:nvPr/>
        </p:nvCxnSpPr>
        <p:spPr>
          <a:xfrm>
            <a:off x="9437386" y="6013848"/>
            <a:ext cx="19710" cy="6721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4" name="Connector 223"/>
          <p:cNvCxnSpPr/>
          <p:nvPr/>
        </p:nvCxnSpPr>
        <p:spPr>
          <a:xfrm>
            <a:off x="9457096" y="6081060"/>
            <a:ext cx="19709" cy="4924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5" name="Connector 224"/>
          <p:cNvCxnSpPr/>
          <p:nvPr/>
        </p:nvCxnSpPr>
        <p:spPr>
          <a:xfrm>
            <a:off x="9476805" y="6130302"/>
            <a:ext cx="19710" cy="1984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6" name="Connector 225"/>
          <p:cNvCxnSpPr/>
          <p:nvPr/>
        </p:nvCxnSpPr>
        <p:spPr>
          <a:xfrm flipV="1">
            <a:off x="9496515" y="6135676"/>
            <a:ext cx="19710" cy="1446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7" name="Connector 226"/>
          <p:cNvCxnSpPr/>
          <p:nvPr/>
        </p:nvCxnSpPr>
        <p:spPr>
          <a:xfrm flipV="1">
            <a:off x="9516225" y="6090496"/>
            <a:ext cx="19709" cy="4518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8" name="Connector 227"/>
          <p:cNvCxnSpPr/>
          <p:nvPr/>
        </p:nvCxnSpPr>
        <p:spPr>
          <a:xfrm flipV="1">
            <a:off x="9535934" y="6025240"/>
            <a:ext cx="19710" cy="6525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9" name="Connector 228"/>
          <p:cNvCxnSpPr/>
          <p:nvPr/>
        </p:nvCxnSpPr>
        <p:spPr>
          <a:xfrm flipV="1">
            <a:off x="9555644" y="5953537"/>
            <a:ext cx="19709" cy="7170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V="1">
            <a:off x="9575353" y="5887433"/>
            <a:ext cx="19710" cy="661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1" name="Connector 230"/>
          <p:cNvCxnSpPr/>
          <p:nvPr/>
        </p:nvCxnSpPr>
        <p:spPr>
          <a:xfrm flipV="1">
            <a:off x="9595063" y="5834387"/>
            <a:ext cx="19710" cy="5304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9614773" y="5796662"/>
            <a:ext cx="19709" cy="3772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3" name="Connector 232"/>
          <p:cNvCxnSpPr/>
          <p:nvPr/>
        </p:nvCxnSpPr>
        <p:spPr>
          <a:xfrm flipV="1">
            <a:off x="9634482" y="5772647"/>
            <a:ext cx="19710" cy="2401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4" name="Connector 233"/>
          <p:cNvCxnSpPr/>
          <p:nvPr/>
        </p:nvCxnSpPr>
        <p:spPr>
          <a:xfrm flipV="1">
            <a:off x="9654192" y="5758876"/>
            <a:ext cx="19709" cy="1377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5" name="Connector 234"/>
          <p:cNvCxnSpPr/>
          <p:nvPr/>
        </p:nvCxnSpPr>
        <p:spPr>
          <a:xfrm flipV="1">
            <a:off x="9673901" y="5751734"/>
            <a:ext cx="19710" cy="714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6" name="Connector 235"/>
          <p:cNvCxnSpPr/>
          <p:nvPr/>
        </p:nvCxnSpPr>
        <p:spPr>
          <a:xfrm flipV="1">
            <a:off x="9693611" y="5748374"/>
            <a:ext cx="19710" cy="336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7" name="Connector 236"/>
          <p:cNvCxnSpPr/>
          <p:nvPr/>
        </p:nvCxnSpPr>
        <p:spPr>
          <a:xfrm flipV="1">
            <a:off x="9713321" y="5746937"/>
            <a:ext cx="19709" cy="143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9733030" y="5746378"/>
            <a:ext cx="19710" cy="55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9" name="Connector 238"/>
          <p:cNvCxnSpPr/>
          <p:nvPr/>
        </p:nvCxnSpPr>
        <p:spPr>
          <a:xfrm flipV="1">
            <a:off x="9752740" y="5746179"/>
            <a:ext cx="19709" cy="19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0" name="Connector 239"/>
          <p:cNvCxnSpPr/>
          <p:nvPr/>
        </p:nvCxnSpPr>
        <p:spPr>
          <a:xfrm flipV="1">
            <a:off x="9772449" y="5746115"/>
            <a:ext cx="19710" cy="6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1" name="Connector 240"/>
          <p:cNvCxnSpPr/>
          <p:nvPr/>
        </p:nvCxnSpPr>
        <p:spPr>
          <a:xfrm flipV="1">
            <a:off x="9792159" y="5746096"/>
            <a:ext cx="19710" cy="1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2" name="Connector 241"/>
          <p:cNvCxnSpPr/>
          <p:nvPr/>
        </p:nvCxnSpPr>
        <p:spPr>
          <a:xfrm flipV="1">
            <a:off x="9811869" y="5746091"/>
            <a:ext cx="19709" cy="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3" name="Connector 242"/>
          <p:cNvCxnSpPr/>
          <p:nvPr/>
        </p:nvCxnSpPr>
        <p:spPr>
          <a:xfrm flipV="1">
            <a:off x="9831578" y="5746089"/>
            <a:ext cx="19710" cy="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4" name="Connector 243"/>
          <p:cNvCxnSpPr/>
          <p:nvPr/>
        </p:nvCxnSpPr>
        <p:spPr>
          <a:xfrm flipH="1">
            <a:off x="9757805" y="6637629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5" name="Connector 244"/>
          <p:cNvCxnSpPr/>
          <p:nvPr/>
        </p:nvCxnSpPr>
        <p:spPr>
          <a:xfrm flipH="1">
            <a:off x="9734046" y="665715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6" name="Connector 245"/>
          <p:cNvCxnSpPr/>
          <p:nvPr/>
        </p:nvCxnSpPr>
        <p:spPr>
          <a:xfrm flipH="1">
            <a:off x="9699304" y="6674285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7" name="Connector 246"/>
          <p:cNvCxnSpPr/>
          <p:nvPr/>
        </p:nvCxnSpPr>
        <p:spPr>
          <a:xfrm flipH="1">
            <a:off x="9659614" y="6687341"/>
            <a:ext cx="39690" cy="851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8" name="Connector 247"/>
          <p:cNvCxnSpPr/>
          <p:nvPr/>
        </p:nvCxnSpPr>
        <p:spPr>
          <a:xfrm flipH="1">
            <a:off x="9621254" y="6695853"/>
            <a:ext cx="38360" cy="487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9" name="Connector 248"/>
          <p:cNvCxnSpPr/>
          <p:nvPr/>
        </p:nvCxnSpPr>
        <p:spPr>
          <a:xfrm flipH="1">
            <a:off x="9589273" y="6700728"/>
            <a:ext cx="31981" cy="329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0" name="Connector 249"/>
          <p:cNvCxnSpPr/>
          <p:nvPr/>
        </p:nvCxnSpPr>
        <p:spPr>
          <a:xfrm flipH="1">
            <a:off x="9566367" y="6704022"/>
            <a:ext cx="22906" cy="433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1" name="Connector 250"/>
          <p:cNvCxnSpPr/>
          <p:nvPr/>
        </p:nvCxnSpPr>
        <p:spPr>
          <a:xfrm flipH="1">
            <a:off x="9552396" y="6708359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2" name="Connector 251"/>
          <p:cNvCxnSpPr/>
          <p:nvPr/>
        </p:nvCxnSpPr>
        <p:spPr>
          <a:xfrm flipH="1">
            <a:off x="9544650" y="6716183"/>
            <a:ext cx="7746" cy="1282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3" name="Connector 252"/>
          <p:cNvCxnSpPr/>
          <p:nvPr/>
        </p:nvCxnSpPr>
        <p:spPr>
          <a:xfrm flipH="1">
            <a:off x="9538769" y="6729011"/>
            <a:ext cx="5881" cy="1790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4" name="Connector 253"/>
          <p:cNvCxnSpPr/>
          <p:nvPr/>
        </p:nvCxnSpPr>
        <p:spPr>
          <a:xfrm flipH="1">
            <a:off x="9530062" y="6746920"/>
            <a:ext cx="8707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5" name="Connector 254"/>
          <p:cNvCxnSpPr/>
          <p:nvPr/>
        </p:nvCxnSpPr>
        <p:spPr>
          <a:xfrm flipH="1">
            <a:off x="9514864" y="6768401"/>
            <a:ext cx="15198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6" name="Connector 255"/>
          <p:cNvCxnSpPr/>
          <p:nvPr/>
        </p:nvCxnSpPr>
        <p:spPr>
          <a:xfrm flipH="1">
            <a:off x="9491549" y="6790628"/>
            <a:ext cx="23315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7" name="Connector 256"/>
          <p:cNvCxnSpPr/>
          <p:nvPr/>
        </p:nvCxnSpPr>
        <p:spPr>
          <a:xfrm flipH="1">
            <a:off x="9460956" y="6810083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8" name="Connector 257"/>
          <p:cNvCxnSpPr/>
          <p:nvPr/>
        </p:nvCxnSpPr>
        <p:spPr>
          <a:xfrm flipH="1">
            <a:off x="9426092" y="6823388"/>
            <a:ext cx="34864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9" name="Connector 258"/>
          <p:cNvCxnSpPr/>
          <p:nvPr/>
        </p:nvCxnSpPr>
        <p:spPr>
          <a:xfrm flipH="1" flipV="1">
            <a:off x="9391227" y="6823388"/>
            <a:ext cx="34865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0" name="Connector 259"/>
          <p:cNvCxnSpPr/>
          <p:nvPr/>
        </p:nvCxnSpPr>
        <p:spPr>
          <a:xfrm flipH="1" flipV="1">
            <a:off x="9360634" y="6810083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1" name="Connector 260"/>
          <p:cNvCxnSpPr/>
          <p:nvPr/>
        </p:nvCxnSpPr>
        <p:spPr>
          <a:xfrm flipH="1" flipV="1">
            <a:off x="9337320" y="6790628"/>
            <a:ext cx="23314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2" name="Connector 261"/>
          <p:cNvCxnSpPr/>
          <p:nvPr/>
        </p:nvCxnSpPr>
        <p:spPr>
          <a:xfrm flipH="1" flipV="1">
            <a:off x="9322121" y="6768401"/>
            <a:ext cx="15199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3" name="Connector 262"/>
          <p:cNvCxnSpPr/>
          <p:nvPr/>
        </p:nvCxnSpPr>
        <p:spPr>
          <a:xfrm flipH="1" flipV="1">
            <a:off x="9313415" y="6746920"/>
            <a:ext cx="8706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4" name="Connector 263"/>
          <p:cNvCxnSpPr/>
          <p:nvPr/>
        </p:nvCxnSpPr>
        <p:spPr>
          <a:xfrm flipH="1" flipV="1">
            <a:off x="9307534" y="6729011"/>
            <a:ext cx="5881" cy="1790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5" name="Connector 264"/>
          <p:cNvCxnSpPr/>
          <p:nvPr/>
        </p:nvCxnSpPr>
        <p:spPr>
          <a:xfrm flipH="1" flipV="1">
            <a:off x="9299788" y="6716183"/>
            <a:ext cx="7746" cy="1282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6" name="Connector 265"/>
          <p:cNvCxnSpPr/>
          <p:nvPr/>
        </p:nvCxnSpPr>
        <p:spPr>
          <a:xfrm flipH="1" flipV="1">
            <a:off x="9285817" y="6708359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7" name="Connector 266"/>
          <p:cNvCxnSpPr/>
          <p:nvPr/>
        </p:nvCxnSpPr>
        <p:spPr>
          <a:xfrm flipH="1" flipV="1">
            <a:off x="9262911" y="6704022"/>
            <a:ext cx="22906" cy="433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8" name="Connector 267"/>
          <p:cNvCxnSpPr/>
          <p:nvPr/>
        </p:nvCxnSpPr>
        <p:spPr>
          <a:xfrm flipH="1" flipV="1">
            <a:off x="9230930" y="6700728"/>
            <a:ext cx="31981" cy="329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9" name="Connector 268"/>
          <p:cNvCxnSpPr/>
          <p:nvPr/>
        </p:nvCxnSpPr>
        <p:spPr>
          <a:xfrm flipH="1" flipV="1">
            <a:off x="9192570" y="6695853"/>
            <a:ext cx="38360" cy="487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0" name="Connector 269"/>
          <p:cNvCxnSpPr/>
          <p:nvPr/>
        </p:nvCxnSpPr>
        <p:spPr>
          <a:xfrm flipH="1" flipV="1">
            <a:off x="9152880" y="6687341"/>
            <a:ext cx="39690" cy="851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1" name="Connector 270"/>
          <p:cNvCxnSpPr/>
          <p:nvPr/>
        </p:nvCxnSpPr>
        <p:spPr>
          <a:xfrm flipH="1" flipV="1">
            <a:off x="9118138" y="6674285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2" name="Connector 271"/>
          <p:cNvCxnSpPr/>
          <p:nvPr/>
        </p:nvCxnSpPr>
        <p:spPr>
          <a:xfrm flipH="1" flipV="1">
            <a:off x="9094379" y="665715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3" name="Connector 272"/>
          <p:cNvCxnSpPr/>
          <p:nvPr/>
        </p:nvCxnSpPr>
        <p:spPr>
          <a:xfrm flipH="1" flipV="1">
            <a:off x="9085935" y="6637629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4" name="Connector 273"/>
          <p:cNvCxnSpPr/>
          <p:nvPr/>
        </p:nvCxnSpPr>
        <p:spPr>
          <a:xfrm flipV="1">
            <a:off x="9085935" y="6618105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5" name="Connector 274"/>
          <p:cNvCxnSpPr/>
          <p:nvPr/>
        </p:nvCxnSpPr>
        <p:spPr>
          <a:xfrm flipV="1">
            <a:off x="9094379" y="660097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6" name="Connector 275"/>
          <p:cNvCxnSpPr/>
          <p:nvPr/>
        </p:nvCxnSpPr>
        <p:spPr>
          <a:xfrm flipV="1">
            <a:off x="9118138" y="6587917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7" name="Connector 276"/>
          <p:cNvCxnSpPr/>
          <p:nvPr/>
        </p:nvCxnSpPr>
        <p:spPr>
          <a:xfrm flipV="1">
            <a:off x="9152880" y="6579406"/>
            <a:ext cx="39690" cy="851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8" name="Connector 277"/>
          <p:cNvCxnSpPr/>
          <p:nvPr/>
        </p:nvCxnSpPr>
        <p:spPr>
          <a:xfrm flipV="1">
            <a:off x="9192570" y="6574530"/>
            <a:ext cx="38360" cy="487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9" name="Connector 278"/>
          <p:cNvCxnSpPr/>
          <p:nvPr/>
        </p:nvCxnSpPr>
        <p:spPr>
          <a:xfrm flipV="1">
            <a:off x="9230930" y="6571237"/>
            <a:ext cx="31981" cy="3293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0" name="Connector 279"/>
          <p:cNvCxnSpPr/>
          <p:nvPr/>
        </p:nvCxnSpPr>
        <p:spPr>
          <a:xfrm flipV="1">
            <a:off x="9262911" y="6566899"/>
            <a:ext cx="22906" cy="433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1" name="Connector 280"/>
          <p:cNvCxnSpPr/>
          <p:nvPr/>
        </p:nvCxnSpPr>
        <p:spPr>
          <a:xfrm flipV="1">
            <a:off x="9285817" y="6559075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2" name="Connector 281"/>
          <p:cNvCxnSpPr/>
          <p:nvPr/>
        </p:nvCxnSpPr>
        <p:spPr>
          <a:xfrm flipV="1">
            <a:off x="9299788" y="6546248"/>
            <a:ext cx="7746" cy="128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3" name="Connector 282"/>
          <p:cNvCxnSpPr/>
          <p:nvPr/>
        </p:nvCxnSpPr>
        <p:spPr>
          <a:xfrm flipV="1">
            <a:off x="9307534" y="6528338"/>
            <a:ext cx="5881" cy="17910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4" name="Connector 283"/>
          <p:cNvCxnSpPr/>
          <p:nvPr/>
        </p:nvCxnSpPr>
        <p:spPr>
          <a:xfrm flipV="1">
            <a:off x="9313415" y="6506857"/>
            <a:ext cx="8706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5" name="Connector 284"/>
          <p:cNvCxnSpPr/>
          <p:nvPr/>
        </p:nvCxnSpPr>
        <p:spPr>
          <a:xfrm flipV="1">
            <a:off x="9322121" y="6484630"/>
            <a:ext cx="15199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6" name="Connector 285"/>
          <p:cNvCxnSpPr/>
          <p:nvPr/>
        </p:nvCxnSpPr>
        <p:spPr>
          <a:xfrm flipV="1">
            <a:off x="9337320" y="6465175"/>
            <a:ext cx="23314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7" name="Connector 286"/>
          <p:cNvCxnSpPr/>
          <p:nvPr/>
        </p:nvCxnSpPr>
        <p:spPr>
          <a:xfrm flipV="1">
            <a:off x="9360634" y="6451870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8" name="Connector 287"/>
          <p:cNvCxnSpPr/>
          <p:nvPr/>
        </p:nvCxnSpPr>
        <p:spPr>
          <a:xfrm flipV="1">
            <a:off x="9391227" y="6447141"/>
            <a:ext cx="34865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9" name="Connector 288"/>
          <p:cNvCxnSpPr/>
          <p:nvPr/>
        </p:nvCxnSpPr>
        <p:spPr>
          <a:xfrm>
            <a:off x="9426092" y="6447141"/>
            <a:ext cx="34864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0" name="Connector 289"/>
          <p:cNvCxnSpPr/>
          <p:nvPr/>
        </p:nvCxnSpPr>
        <p:spPr>
          <a:xfrm>
            <a:off x="9460956" y="6451870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1" name="Connector 290"/>
          <p:cNvCxnSpPr/>
          <p:nvPr/>
        </p:nvCxnSpPr>
        <p:spPr>
          <a:xfrm>
            <a:off x="9491549" y="6465175"/>
            <a:ext cx="23315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2" name="Connector 291"/>
          <p:cNvCxnSpPr/>
          <p:nvPr/>
        </p:nvCxnSpPr>
        <p:spPr>
          <a:xfrm>
            <a:off x="9514864" y="6484630"/>
            <a:ext cx="15198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3" name="Connector 292"/>
          <p:cNvCxnSpPr/>
          <p:nvPr/>
        </p:nvCxnSpPr>
        <p:spPr>
          <a:xfrm>
            <a:off x="9530062" y="6506857"/>
            <a:ext cx="8707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4" name="Connector 293"/>
          <p:cNvCxnSpPr/>
          <p:nvPr/>
        </p:nvCxnSpPr>
        <p:spPr>
          <a:xfrm>
            <a:off x="9538769" y="6528338"/>
            <a:ext cx="5881" cy="17910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5" name="Connector 294"/>
          <p:cNvCxnSpPr/>
          <p:nvPr/>
        </p:nvCxnSpPr>
        <p:spPr>
          <a:xfrm>
            <a:off x="9544650" y="6546248"/>
            <a:ext cx="7746" cy="128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6" name="Connector 295"/>
          <p:cNvCxnSpPr/>
          <p:nvPr/>
        </p:nvCxnSpPr>
        <p:spPr>
          <a:xfrm>
            <a:off x="9552396" y="6559075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7" name="Connector 296"/>
          <p:cNvCxnSpPr/>
          <p:nvPr/>
        </p:nvCxnSpPr>
        <p:spPr>
          <a:xfrm>
            <a:off x="9566367" y="6566899"/>
            <a:ext cx="22906" cy="433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8" name="Connector 297"/>
          <p:cNvCxnSpPr/>
          <p:nvPr/>
        </p:nvCxnSpPr>
        <p:spPr>
          <a:xfrm>
            <a:off x="9589273" y="6571237"/>
            <a:ext cx="31981" cy="3293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9" name="Connector 298"/>
          <p:cNvCxnSpPr/>
          <p:nvPr/>
        </p:nvCxnSpPr>
        <p:spPr>
          <a:xfrm>
            <a:off x="9621254" y="6574530"/>
            <a:ext cx="38360" cy="487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0" name="Connector 299"/>
          <p:cNvCxnSpPr/>
          <p:nvPr/>
        </p:nvCxnSpPr>
        <p:spPr>
          <a:xfrm>
            <a:off x="9659614" y="6579406"/>
            <a:ext cx="39690" cy="851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1" name="Connector 300"/>
          <p:cNvCxnSpPr/>
          <p:nvPr/>
        </p:nvCxnSpPr>
        <p:spPr>
          <a:xfrm>
            <a:off x="9699304" y="6587917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2" name="Connector 301"/>
          <p:cNvCxnSpPr/>
          <p:nvPr/>
        </p:nvCxnSpPr>
        <p:spPr>
          <a:xfrm>
            <a:off x="9734046" y="660097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3" name="Connector 302"/>
          <p:cNvCxnSpPr/>
          <p:nvPr/>
        </p:nvCxnSpPr>
        <p:spPr>
          <a:xfrm>
            <a:off x="9757805" y="6618105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4" name="Connector 303"/>
          <p:cNvCxnSpPr/>
          <p:nvPr/>
        </p:nvCxnSpPr>
        <p:spPr>
          <a:xfrm flipH="1">
            <a:off x="9664925" y="6637629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5" name="Connector 304"/>
          <p:cNvCxnSpPr/>
          <p:nvPr/>
        </p:nvCxnSpPr>
        <p:spPr>
          <a:xfrm flipH="1">
            <a:off x="9647819" y="6651686"/>
            <a:ext cx="17106" cy="123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6" name="Connector 305"/>
          <p:cNvCxnSpPr/>
          <p:nvPr/>
        </p:nvCxnSpPr>
        <p:spPr>
          <a:xfrm flipH="1">
            <a:off x="9622805" y="6664022"/>
            <a:ext cx="25014" cy="940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7" name="Connector 306"/>
          <p:cNvCxnSpPr/>
          <p:nvPr/>
        </p:nvCxnSpPr>
        <p:spPr>
          <a:xfrm flipH="1">
            <a:off x="9594228" y="6673422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8" name="Connector 307"/>
          <p:cNvCxnSpPr/>
          <p:nvPr/>
        </p:nvCxnSpPr>
        <p:spPr>
          <a:xfrm flipH="1">
            <a:off x="9566609" y="6679550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9" name="Connector 308"/>
          <p:cNvCxnSpPr/>
          <p:nvPr/>
        </p:nvCxnSpPr>
        <p:spPr>
          <a:xfrm flipH="1">
            <a:off x="9543582" y="6683060"/>
            <a:ext cx="23027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0" name="Connector 309"/>
          <p:cNvCxnSpPr/>
          <p:nvPr/>
        </p:nvCxnSpPr>
        <p:spPr>
          <a:xfrm flipH="1">
            <a:off x="9527090" y="6685432"/>
            <a:ext cx="16492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1" name="Connector 310"/>
          <p:cNvCxnSpPr/>
          <p:nvPr/>
        </p:nvCxnSpPr>
        <p:spPr>
          <a:xfrm flipH="1">
            <a:off x="9517031" y="6688555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2" name="Connector 311"/>
          <p:cNvCxnSpPr/>
          <p:nvPr/>
        </p:nvCxnSpPr>
        <p:spPr>
          <a:xfrm flipH="1">
            <a:off x="9511454" y="6694188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3" name="Connector 312"/>
          <p:cNvCxnSpPr/>
          <p:nvPr/>
        </p:nvCxnSpPr>
        <p:spPr>
          <a:xfrm flipH="1">
            <a:off x="9507219" y="6703424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4" name="Connector 313"/>
          <p:cNvCxnSpPr/>
          <p:nvPr/>
        </p:nvCxnSpPr>
        <p:spPr>
          <a:xfrm flipH="1">
            <a:off x="9500951" y="6716318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5" name="Connector 314"/>
          <p:cNvCxnSpPr/>
          <p:nvPr/>
        </p:nvCxnSpPr>
        <p:spPr>
          <a:xfrm flipH="1">
            <a:off x="9490008" y="6731785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6" name="Connector 315"/>
          <p:cNvCxnSpPr/>
          <p:nvPr/>
        </p:nvCxnSpPr>
        <p:spPr>
          <a:xfrm flipH="1">
            <a:off x="9473221" y="6747788"/>
            <a:ext cx="16787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7" name="Connector 316"/>
          <p:cNvCxnSpPr/>
          <p:nvPr/>
        </p:nvCxnSpPr>
        <p:spPr>
          <a:xfrm flipH="1">
            <a:off x="9451194" y="6761796"/>
            <a:ext cx="22027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8" name="Connector 317"/>
          <p:cNvCxnSpPr/>
          <p:nvPr/>
        </p:nvCxnSpPr>
        <p:spPr>
          <a:xfrm flipH="1">
            <a:off x="9426092" y="6771376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9" name="Connector 318"/>
          <p:cNvCxnSpPr/>
          <p:nvPr/>
        </p:nvCxnSpPr>
        <p:spPr>
          <a:xfrm flipH="1" flipV="1">
            <a:off x="9400990" y="6771376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0" name="Connector 319"/>
          <p:cNvCxnSpPr/>
          <p:nvPr/>
        </p:nvCxnSpPr>
        <p:spPr>
          <a:xfrm flipH="1" flipV="1">
            <a:off x="9378962" y="6761796"/>
            <a:ext cx="22028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1" name="Connector 320"/>
          <p:cNvCxnSpPr/>
          <p:nvPr/>
        </p:nvCxnSpPr>
        <p:spPr>
          <a:xfrm flipH="1" flipV="1">
            <a:off x="9362176" y="6747788"/>
            <a:ext cx="16786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2" name="Connector 321"/>
          <p:cNvCxnSpPr/>
          <p:nvPr/>
        </p:nvCxnSpPr>
        <p:spPr>
          <a:xfrm flipH="1" flipV="1">
            <a:off x="9351233" y="6731785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3" name="Connector 322"/>
          <p:cNvCxnSpPr/>
          <p:nvPr/>
        </p:nvCxnSpPr>
        <p:spPr>
          <a:xfrm flipH="1" flipV="1">
            <a:off x="9344965" y="6716318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4" name="Connector 323"/>
          <p:cNvCxnSpPr/>
          <p:nvPr/>
        </p:nvCxnSpPr>
        <p:spPr>
          <a:xfrm flipH="1" flipV="1">
            <a:off x="9340730" y="6703424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5" name="Connector 324"/>
          <p:cNvCxnSpPr/>
          <p:nvPr/>
        </p:nvCxnSpPr>
        <p:spPr>
          <a:xfrm flipH="1" flipV="1">
            <a:off x="9335153" y="6694188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6" name="Connector 325"/>
          <p:cNvCxnSpPr/>
          <p:nvPr/>
        </p:nvCxnSpPr>
        <p:spPr>
          <a:xfrm flipH="1" flipV="1">
            <a:off x="9325094" y="6688555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7" name="Connector 326"/>
          <p:cNvCxnSpPr/>
          <p:nvPr/>
        </p:nvCxnSpPr>
        <p:spPr>
          <a:xfrm flipH="1" flipV="1">
            <a:off x="9308601" y="6685432"/>
            <a:ext cx="16493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8" name="Connector 327"/>
          <p:cNvCxnSpPr/>
          <p:nvPr/>
        </p:nvCxnSpPr>
        <p:spPr>
          <a:xfrm flipH="1" flipV="1">
            <a:off x="9285575" y="6683060"/>
            <a:ext cx="23026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9" name="Connector 328"/>
          <p:cNvCxnSpPr/>
          <p:nvPr/>
        </p:nvCxnSpPr>
        <p:spPr>
          <a:xfrm flipH="1" flipV="1">
            <a:off x="9257956" y="6679550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0" name="Connector 329"/>
          <p:cNvCxnSpPr/>
          <p:nvPr/>
        </p:nvCxnSpPr>
        <p:spPr>
          <a:xfrm flipH="1" flipV="1">
            <a:off x="9229379" y="6673422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1" name="Connector 330"/>
          <p:cNvCxnSpPr/>
          <p:nvPr/>
        </p:nvCxnSpPr>
        <p:spPr>
          <a:xfrm flipH="1" flipV="1">
            <a:off x="9204365" y="6664022"/>
            <a:ext cx="25014" cy="940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2" name="Connector 331"/>
          <p:cNvCxnSpPr/>
          <p:nvPr/>
        </p:nvCxnSpPr>
        <p:spPr>
          <a:xfrm flipH="1" flipV="1">
            <a:off x="9187259" y="6651686"/>
            <a:ext cx="17106" cy="123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3" name="Connector 332"/>
          <p:cNvCxnSpPr/>
          <p:nvPr/>
        </p:nvCxnSpPr>
        <p:spPr>
          <a:xfrm flipH="1" flipV="1">
            <a:off x="9181179" y="6637629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4" name="Connector 333"/>
          <p:cNvCxnSpPr/>
          <p:nvPr/>
        </p:nvCxnSpPr>
        <p:spPr>
          <a:xfrm flipV="1">
            <a:off x="9181179" y="6623572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5" name="Connector 334"/>
          <p:cNvCxnSpPr/>
          <p:nvPr/>
        </p:nvCxnSpPr>
        <p:spPr>
          <a:xfrm flipV="1">
            <a:off x="9187259" y="6611237"/>
            <a:ext cx="17106" cy="12335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6" name="Connector 335"/>
          <p:cNvCxnSpPr/>
          <p:nvPr/>
        </p:nvCxnSpPr>
        <p:spPr>
          <a:xfrm flipV="1">
            <a:off x="9204365" y="6601836"/>
            <a:ext cx="25014" cy="9401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7" name="Connector 336"/>
          <p:cNvCxnSpPr/>
          <p:nvPr/>
        </p:nvCxnSpPr>
        <p:spPr>
          <a:xfrm flipV="1">
            <a:off x="9229379" y="6595708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8" name="Connector 337"/>
          <p:cNvCxnSpPr/>
          <p:nvPr/>
        </p:nvCxnSpPr>
        <p:spPr>
          <a:xfrm flipV="1">
            <a:off x="9257956" y="6592198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9" name="Connector 338"/>
          <p:cNvCxnSpPr/>
          <p:nvPr/>
        </p:nvCxnSpPr>
        <p:spPr>
          <a:xfrm flipV="1">
            <a:off x="9285575" y="6589826"/>
            <a:ext cx="23026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0" name="Connector 339"/>
          <p:cNvCxnSpPr/>
          <p:nvPr/>
        </p:nvCxnSpPr>
        <p:spPr>
          <a:xfrm flipV="1">
            <a:off x="9308601" y="6586703"/>
            <a:ext cx="16493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1" name="Connector 340"/>
          <p:cNvCxnSpPr/>
          <p:nvPr/>
        </p:nvCxnSpPr>
        <p:spPr>
          <a:xfrm flipV="1">
            <a:off x="9325094" y="6581070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2" name="Connector 341"/>
          <p:cNvCxnSpPr/>
          <p:nvPr/>
        </p:nvCxnSpPr>
        <p:spPr>
          <a:xfrm flipV="1">
            <a:off x="9335153" y="6571834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3" name="Connector 342"/>
          <p:cNvCxnSpPr/>
          <p:nvPr/>
        </p:nvCxnSpPr>
        <p:spPr>
          <a:xfrm flipV="1">
            <a:off x="9340730" y="6558940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4" name="Connector 343"/>
          <p:cNvCxnSpPr/>
          <p:nvPr/>
        </p:nvCxnSpPr>
        <p:spPr>
          <a:xfrm flipV="1">
            <a:off x="9344965" y="6543473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5" name="Connector 344"/>
          <p:cNvCxnSpPr/>
          <p:nvPr/>
        </p:nvCxnSpPr>
        <p:spPr>
          <a:xfrm flipV="1">
            <a:off x="9351233" y="6527470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6" name="Connector 345"/>
          <p:cNvCxnSpPr/>
          <p:nvPr/>
        </p:nvCxnSpPr>
        <p:spPr>
          <a:xfrm flipV="1">
            <a:off x="9362176" y="6513462"/>
            <a:ext cx="16786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7" name="Connector 346"/>
          <p:cNvCxnSpPr/>
          <p:nvPr/>
        </p:nvCxnSpPr>
        <p:spPr>
          <a:xfrm flipV="1">
            <a:off x="9378962" y="6503882"/>
            <a:ext cx="22028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8" name="Connector 347"/>
          <p:cNvCxnSpPr/>
          <p:nvPr/>
        </p:nvCxnSpPr>
        <p:spPr>
          <a:xfrm flipV="1">
            <a:off x="9400990" y="6500478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9" name="Connector 348"/>
          <p:cNvCxnSpPr/>
          <p:nvPr/>
        </p:nvCxnSpPr>
        <p:spPr>
          <a:xfrm>
            <a:off x="9426092" y="6500478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0" name="Connector 349"/>
          <p:cNvCxnSpPr/>
          <p:nvPr/>
        </p:nvCxnSpPr>
        <p:spPr>
          <a:xfrm>
            <a:off x="9451194" y="6503882"/>
            <a:ext cx="22027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1" name="Connector 350"/>
          <p:cNvCxnSpPr/>
          <p:nvPr/>
        </p:nvCxnSpPr>
        <p:spPr>
          <a:xfrm>
            <a:off x="9473221" y="6513462"/>
            <a:ext cx="16787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2" name="Connector 351"/>
          <p:cNvCxnSpPr/>
          <p:nvPr/>
        </p:nvCxnSpPr>
        <p:spPr>
          <a:xfrm>
            <a:off x="9490008" y="6527470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3" name="Connector 352"/>
          <p:cNvCxnSpPr/>
          <p:nvPr/>
        </p:nvCxnSpPr>
        <p:spPr>
          <a:xfrm>
            <a:off x="9500951" y="6543473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4" name="Connector 353"/>
          <p:cNvCxnSpPr/>
          <p:nvPr/>
        </p:nvCxnSpPr>
        <p:spPr>
          <a:xfrm>
            <a:off x="9507219" y="6558940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5" name="Connector 354"/>
          <p:cNvCxnSpPr/>
          <p:nvPr/>
        </p:nvCxnSpPr>
        <p:spPr>
          <a:xfrm>
            <a:off x="9511454" y="6571834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6" name="Connector 355"/>
          <p:cNvCxnSpPr/>
          <p:nvPr/>
        </p:nvCxnSpPr>
        <p:spPr>
          <a:xfrm>
            <a:off x="9517031" y="6581070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7" name="Connector 356"/>
          <p:cNvCxnSpPr/>
          <p:nvPr/>
        </p:nvCxnSpPr>
        <p:spPr>
          <a:xfrm>
            <a:off x="9527090" y="6586703"/>
            <a:ext cx="16492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8" name="Connector 357"/>
          <p:cNvCxnSpPr/>
          <p:nvPr/>
        </p:nvCxnSpPr>
        <p:spPr>
          <a:xfrm>
            <a:off x="9543582" y="6589826"/>
            <a:ext cx="23027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9" name="Connector 358"/>
          <p:cNvCxnSpPr/>
          <p:nvPr/>
        </p:nvCxnSpPr>
        <p:spPr>
          <a:xfrm>
            <a:off x="9566609" y="6592198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0" name="Connector 359"/>
          <p:cNvCxnSpPr/>
          <p:nvPr/>
        </p:nvCxnSpPr>
        <p:spPr>
          <a:xfrm>
            <a:off x="9594228" y="6595708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1" name="Connector 360"/>
          <p:cNvCxnSpPr/>
          <p:nvPr/>
        </p:nvCxnSpPr>
        <p:spPr>
          <a:xfrm>
            <a:off x="9622805" y="6601836"/>
            <a:ext cx="25014" cy="9401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2" name="Connector 361"/>
          <p:cNvCxnSpPr/>
          <p:nvPr/>
        </p:nvCxnSpPr>
        <p:spPr>
          <a:xfrm>
            <a:off x="9647819" y="6611237"/>
            <a:ext cx="17106" cy="12335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3" name="Connector 362"/>
          <p:cNvCxnSpPr/>
          <p:nvPr/>
        </p:nvCxnSpPr>
        <p:spPr>
          <a:xfrm>
            <a:off x="9664925" y="6623572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sp>
        <p:nvSpPr>
          <p:cNvPr id="364" name="原生矢量科研示意"/>
          <p:cNvSpPr/>
          <p:nvPr/>
        </p:nvSpPr>
        <p:spPr>
          <a:xfrm>
            <a:off x="6291072" y="6089904"/>
            <a:ext cx="265176" cy="128016"/>
          </a:xfrm>
          <a:custGeom>
            <a:avLst/>
            <a:gdLst/>
            <a:ahLst/>
            <a:cxnLst/>
            <a:rect l="l" t="t" r="r" b="b"/>
            <a:pathLst>
              <a:path w="265176" h="128016">
                <a:moveTo>
                  <a:pt x="0" y="80010"/>
                </a:moveTo>
                <a:lnTo>
                  <a:pt x="173736" y="80010"/>
                </a:lnTo>
                <a:lnTo>
                  <a:pt x="173736" y="128016"/>
                </a:lnTo>
                <a:lnTo>
                  <a:pt x="265176" y="64008"/>
                </a:lnTo>
                <a:lnTo>
                  <a:pt x="173736" y="0"/>
                </a:lnTo>
                <a:lnTo>
                  <a:pt x="173736" y="48006"/>
                </a:lnTo>
                <a:lnTo>
                  <a:pt x="0" y="48006"/>
                </a:lnTo>
                <a:close/>
              </a:path>
            </a:pathLst>
          </a:custGeom>
          <a:solidFill>
            <a:srgbClr val="58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原生矢量科研示意"/>
          <p:cNvSpPr/>
          <p:nvPr/>
        </p:nvSpPr>
        <p:spPr>
          <a:xfrm>
            <a:off x="8101583" y="6089904"/>
            <a:ext cx="265177" cy="128016"/>
          </a:xfrm>
          <a:custGeom>
            <a:avLst/>
            <a:gdLst/>
            <a:ahLst/>
            <a:cxnLst/>
            <a:rect l="l" t="t" r="r" b="b"/>
            <a:pathLst>
              <a:path w="265177" h="128016">
                <a:moveTo>
                  <a:pt x="0" y="80010"/>
                </a:moveTo>
                <a:lnTo>
                  <a:pt x="173737" y="80010"/>
                </a:lnTo>
                <a:lnTo>
                  <a:pt x="173737" y="128016"/>
                </a:lnTo>
                <a:lnTo>
                  <a:pt x="265177" y="64008"/>
                </a:lnTo>
                <a:lnTo>
                  <a:pt x="173737" y="0"/>
                </a:lnTo>
                <a:lnTo>
                  <a:pt x="173737" y="48006"/>
                </a:lnTo>
                <a:lnTo>
                  <a:pt x="0" y="48006"/>
                </a:lnTo>
                <a:close/>
              </a:path>
            </a:pathLst>
          </a:custGeom>
          <a:solidFill>
            <a:srgbClr val="58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几何·材料"/>
          <p:cNvSpPr txBox="1"/>
          <p:nvPr/>
        </p:nvSpPr>
        <p:spPr>
          <a:xfrm>
            <a:off x="4773168" y="6720840"/>
            <a:ext cx="181051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几何·材料</a:t>
            </a:r>
          </a:p>
        </p:txBody>
      </p:sp>
      <p:sp>
        <p:nvSpPr>
          <p:cNvPr id="367" name="激励条件"/>
          <p:cNvSpPr txBox="1"/>
          <p:nvPr/>
        </p:nvSpPr>
        <p:spPr>
          <a:xfrm>
            <a:off x="4773168" y="7022592"/>
            <a:ext cx="181051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36F7F"/>
                </a:solidFill>
                <a:latin typeface="Noto Serif CJK SC"/>
                <a:ea typeface="Noto Serif CJK SC"/>
              </a:rPr>
              <a:t>激励条件</a:t>
            </a:r>
          </a:p>
        </p:txBody>
      </p:sp>
      <p:sp>
        <p:nvSpPr>
          <p:cNvPr id="368" name="E / H · 局域场"/>
          <p:cNvSpPr txBox="1"/>
          <p:nvPr/>
        </p:nvSpPr>
        <p:spPr>
          <a:xfrm>
            <a:off x="6428232" y="6739128"/>
            <a:ext cx="178308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E / H · 局域场</a:t>
            </a:r>
          </a:p>
        </p:txBody>
      </p:sp>
      <p:sp>
        <p:nvSpPr>
          <p:cNvPr id="369" name="光谱·方向图"/>
          <p:cNvSpPr txBox="1"/>
          <p:nvPr/>
        </p:nvSpPr>
        <p:spPr>
          <a:xfrm>
            <a:off x="8293608" y="6739128"/>
            <a:ext cx="178308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光谱·方向图</a:t>
            </a:r>
          </a:p>
        </p:txBody>
      </p:sp>
      <p:cxnSp>
        <p:nvCxnSpPr>
          <p:cNvPr id="370" name="Connector 369"/>
          <p:cNvCxnSpPr/>
          <p:nvPr/>
        </p:nvCxnSpPr>
        <p:spPr>
          <a:xfrm>
            <a:off x="9290304" y="7296912"/>
            <a:ext cx="0" cy="173736"/>
          </a:xfrm>
          <a:prstGeom prst="line">
            <a:avLst/>
          </a:prstGeom>
          <a:ln w="13970">
            <a:solidFill>
              <a:srgbClr val="7FAEC5"/>
            </a:solidFill>
          </a:ln>
        </p:spPr>
      </p:cxnSp>
      <p:cxnSp>
        <p:nvCxnSpPr>
          <p:cNvPr id="371" name="Connector 370"/>
          <p:cNvCxnSpPr/>
          <p:nvPr/>
        </p:nvCxnSpPr>
        <p:spPr>
          <a:xfrm flipH="1">
            <a:off x="5330952" y="7470648"/>
            <a:ext cx="3959352" cy="0"/>
          </a:xfrm>
          <a:prstGeom prst="line">
            <a:avLst/>
          </a:prstGeom>
          <a:ln w="13970">
            <a:solidFill>
              <a:srgbClr val="7FAEC5"/>
            </a:solidFill>
          </a:ln>
        </p:spPr>
      </p:cxnSp>
      <p:sp>
        <p:nvSpPr>
          <p:cNvPr id="372" name="原生矢量科研示意"/>
          <p:cNvSpPr/>
          <p:nvPr/>
        </p:nvSpPr>
        <p:spPr>
          <a:xfrm>
            <a:off x="5285232" y="7296912"/>
            <a:ext cx="91440" cy="173736"/>
          </a:xfrm>
          <a:custGeom>
            <a:avLst/>
            <a:gdLst/>
            <a:ahLst/>
            <a:cxnLst/>
            <a:rect l="l" t="t" r="r" b="b"/>
            <a:pathLst>
              <a:path w="91440" h="173736">
                <a:moveTo>
                  <a:pt x="57150" y="173736"/>
                </a:moveTo>
                <a:lnTo>
                  <a:pt x="57150" y="64008"/>
                </a:lnTo>
                <a:lnTo>
                  <a:pt x="91440" y="64008"/>
                </a:lnTo>
                <a:lnTo>
                  <a:pt x="45720" y="0"/>
                </a:lnTo>
                <a:lnTo>
                  <a:pt x="0" y="64008"/>
                </a:lnTo>
                <a:lnTo>
                  <a:pt x="34290" y="64008"/>
                </a:lnTo>
                <a:lnTo>
                  <a:pt x="34290" y="173736"/>
                </a:lnTo>
                <a:close/>
              </a:path>
            </a:pathLst>
          </a:custGeom>
          <a:solidFill>
            <a:srgbClr val="7FAE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6611112" y="7315200"/>
            <a:ext cx="140817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设计优化"/>
          <p:cNvSpPr txBox="1"/>
          <p:nvPr/>
        </p:nvSpPr>
        <p:spPr>
          <a:xfrm>
            <a:off x="6620256" y="7315200"/>
            <a:ext cx="138988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36F7F"/>
                </a:solidFill>
                <a:latin typeface="Noto Serif CJK SC"/>
                <a:ea typeface="Noto Serif CJK SC"/>
              </a:rPr>
              <a:t>设计优化</a:t>
            </a:r>
          </a:p>
        </p:txBody>
      </p:sp>
      <p:pic>
        <p:nvPicPr>
          <p:cNvPr id="375" name="高速通信" descr="高速通信；概念示意，非测量或仿真结果。"/>
          <p:cNvPicPr>
            <a:picLocks noChangeAspect="1"/>
          </p:cNvPicPr>
          <p:nvPr/>
        </p:nvPicPr>
        <p:blipFill>
          <a:blip r:embed="rId4"/>
          <a:srcRect l="1172" r="1628" t="6543" b="7129"/>
          <a:stretch>
            <a:fillRect/>
          </a:stretch>
        </p:blipFill>
        <p:spPr>
          <a:xfrm>
            <a:off x="1024128" y="176822"/>
            <a:ext cx="4251960" cy="2517570"/>
          </a:xfrm>
          <a:prstGeom prst="rect">
            <a:avLst/>
          </a:prstGeom>
        </p:spPr>
      </p:pic>
      <p:sp>
        <p:nvSpPr>
          <p:cNvPr id="376" name="高速通信"/>
          <p:cNvSpPr txBox="1"/>
          <p:nvPr/>
        </p:nvSpPr>
        <p:spPr>
          <a:xfrm>
            <a:off x="886968" y="279806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高速通信</a:t>
            </a:r>
          </a:p>
        </p:txBody>
      </p:sp>
      <p:sp>
        <p:nvSpPr>
          <p:cNvPr id="377" name="波束与极化调控"/>
          <p:cNvSpPr txBox="1"/>
          <p:nvPr/>
        </p:nvSpPr>
        <p:spPr>
          <a:xfrm>
            <a:off x="795528" y="326440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波束与极化调控</a:t>
            </a:r>
          </a:p>
        </p:txBody>
      </p:sp>
      <p:pic>
        <p:nvPicPr>
          <p:cNvPr id="378" name="安检成像" descr="安检成像；概念示意，非测量或仿真结果。"/>
          <p:cNvPicPr>
            <a:picLocks noChangeAspect="1"/>
          </p:cNvPicPr>
          <p:nvPr/>
        </p:nvPicPr>
        <p:blipFill>
          <a:blip r:embed="rId5"/>
          <a:srcRect l="1693" r="2865" t="7422" b="4395"/>
          <a:stretch>
            <a:fillRect/>
          </a:stretch>
        </p:blipFill>
        <p:spPr>
          <a:xfrm>
            <a:off x="9416826" y="164592"/>
            <a:ext cx="4126931" cy="2542032"/>
          </a:xfrm>
          <a:prstGeom prst="rect">
            <a:avLst/>
          </a:prstGeom>
        </p:spPr>
      </p:pic>
      <p:sp>
        <p:nvSpPr>
          <p:cNvPr id="379" name="安检成像"/>
          <p:cNvSpPr txBox="1"/>
          <p:nvPr/>
        </p:nvSpPr>
        <p:spPr>
          <a:xfrm>
            <a:off x="9217152" y="279806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安检成像</a:t>
            </a:r>
          </a:p>
        </p:txBody>
      </p:sp>
      <p:sp>
        <p:nvSpPr>
          <p:cNvPr id="380" name="穿透成像与对比增强"/>
          <p:cNvSpPr txBox="1"/>
          <p:nvPr/>
        </p:nvSpPr>
        <p:spPr>
          <a:xfrm>
            <a:off x="9125712" y="326440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穿透成像与对比增强</a:t>
            </a:r>
          </a:p>
        </p:txBody>
      </p:sp>
      <p:pic>
        <p:nvPicPr>
          <p:cNvPr id="381" name="态势感知" descr="态势感知；概念示意，非测量或仿真结果。"/>
          <p:cNvPicPr>
            <a:picLocks noChangeAspect="1"/>
          </p:cNvPicPr>
          <p:nvPr/>
        </p:nvPicPr>
        <p:blipFill>
          <a:blip r:embed="rId6"/>
          <a:srcRect l="4232" r="2669" t="27734" b="20410"/>
          <a:stretch>
            <a:fillRect/>
          </a:stretch>
        </p:blipFill>
        <p:spPr>
          <a:xfrm>
            <a:off x="109728" y="4918352"/>
            <a:ext cx="3749039" cy="1392126"/>
          </a:xfrm>
          <a:prstGeom prst="rect">
            <a:avLst/>
          </a:prstGeom>
        </p:spPr>
      </p:pic>
      <p:sp>
        <p:nvSpPr>
          <p:cNvPr id="382" name="态势感知"/>
          <p:cNvSpPr txBox="1"/>
          <p:nvPr/>
        </p:nvSpPr>
        <p:spPr>
          <a:xfrm>
            <a:off x="0" y="6922008"/>
            <a:ext cx="4023359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态势感知</a:t>
            </a:r>
          </a:p>
        </p:txBody>
      </p:sp>
      <p:sp>
        <p:nvSpPr>
          <p:cNvPr id="383" name="散射分析与成像"/>
          <p:cNvSpPr txBox="1"/>
          <p:nvPr/>
        </p:nvSpPr>
        <p:spPr>
          <a:xfrm>
            <a:off x="0" y="7388352"/>
            <a:ext cx="42062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散射分析与成像</a:t>
            </a:r>
          </a:p>
        </p:txBody>
      </p:sp>
      <p:pic>
        <p:nvPicPr>
          <p:cNvPr id="384" name="生物传感" descr="生物传感；概念示意，非测量或仿真结果。"/>
          <p:cNvPicPr>
            <a:picLocks noChangeAspect="1"/>
          </p:cNvPicPr>
          <p:nvPr/>
        </p:nvPicPr>
        <p:blipFill>
          <a:blip r:embed="rId7"/>
          <a:srcRect l="7878" r="8724" t="6641" b="5273"/>
          <a:stretch>
            <a:fillRect/>
          </a:stretch>
        </p:blipFill>
        <p:spPr>
          <a:xfrm>
            <a:off x="10893028" y="4379976"/>
            <a:ext cx="3506247" cy="2468880"/>
          </a:xfrm>
          <a:prstGeom prst="rect">
            <a:avLst/>
          </a:prstGeom>
        </p:spPr>
      </p:pic>
      <p:sp>
        <p:nvSpPr>
          <p:cNvPr id="385" name="生物传感"/>
          <p:cNvSpPr txBox="1"/>
          <p:nvPr/>
        </p:nvSpPr>
        <p:spPr>
          <a:xfrm>
            <a:off x="10634472" y="6922008"/>
            <a:ext cx="399592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生物传感</a:t>
            </a:r>
          </a:p>
        </p:txBody>
      </p:sp>
      <p:sp>
        <p:nvSpPr>
          <p:cNvPr id="386" name="局域场增强与感知"/>
          <p:cNvSpPr txBox="1"/>
          <p:nvPr/>
        </p:nvSpPr>
        <p:spPr>
          <a:xfrm>
            <a:off x="10543032" y="7388352"/>
            <a:ext cx="40873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局域场增强与感知</a:t>
            </a:r>
          </a:p>
        </p:txBody>
      </p:sp>
      <p:pic>
        <p:nvPicPr>
          <p:cNvPr id="387" name="无损检测" descr="无损检测；概念示意，非测量或仿真结果。"/>
          <p:cNvPicPr>
            <a:picLocks noChangeAspect="1"/>
          </p:cNvPicPr>
          <p:nvPr/>
        </p:nvPicPr>
        <p:blipFill>
          <a:blip r:embed="rId8"/>
          <a:srcRect l="6641" r="6576" b="6152"/>
          <a:stretch>
            <a:fillRect/>
          </a:stretch>
        </p:blipFill>
        <p:spPr>
          <a:xfrm>
            <a:off x="1513921" y="8421624"/>
            <a:ext cx="3272372" cy="2359152"/>
          </a:xfrm>
          <a:prstGeom prst="rect">
            <a:avLst/>
          </a:prstGeom>
        </p:spPr>
      </p:pic>
      <p:sp>
        <p:nvSpPr>
          <p:cNvPr id="388" name="无损检测"/>
          <p:cNvSpPr txBox="1"/>
          <p:nvPr/>
        </p:nvSpPr>
        <p:spPr>
          <a:xfrm>
            <a:off x="886968" y="1089050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无损检测</a:t>
            </a:r>
          </a:p>
        </p:txBody>
      </p:sp>
      <p:sp>
        <p:nvSpPr>
          <p:cNvPr id="389" name="缺陷与界面探测"/>
          <p:cNvSpPr txBox="1"/>
          <p:nvPr/>
        </p:nvSpPr>
        <p:spPr>
          <a:xfrm>
            <a:off x="795528" y="1135684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缺陷与界面探测</a:t>
            </a:r>
          </a:p>
        </p:txBody>
      </p:sp>
      <p:pic>
        <p:nvPicPr>
          <p:cNvPr id="390" name="物质识别" descr="物质识别；概念示意，非测量或仿真结果。"/>
          <p:cNvPicPr>
            <a:picLocks noChangeAspect="1"/>
          </p:cNvPicPr>
          <p:nvPr/>
        </p:nvPicPr>
        <p:blipFill>
          <a:blip r:embed="rId9"/>
          <a:srcRect l="2214" r="1562" t="15234" b="5176"/>
          <a:stretch>
            <a:fillRect/>
          </a:stretch>
        </p:blipFill>
        <p:spPr>
          <a:xfrm>
            <a:off x="9354312" y="8428890"/>
            <a:ext cx="4251960" cy="2344619"/>
          </a:xfrm>
          <a:prstGeom prst="rect">
            <a:avLst/>
          </a:prstGeom>
        </p:spPr>
      </p:pic>
      <p:sp>
        <p:nvSpPr>
          <p:cNvPr id="391" name="物质识别"/>
          <p:cNvSpPr txBox="1"/>
          <p:nvPr/>
        </p:nvSpPr>
        <p:spPr>
          <a:xfrm>
            <a:off x="9217152" y="1089050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物质识别</a:t>
            </a:r>
          </a:p>
        </p:txBody>
      </p:sp>
      <p:sp>
        <p:nvSpPr>
          <p:cNvPr id="392" name="光谱指纹识别"/>
          <p:cNvSpPr txBox="1"/>
          <p:nvPr/>
        </p:nvSpPr>
        <p:spPr>
          <a:xfrm>
            <a:off x="9125712" y="1135684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光谱指纹识别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图一第四版：中心发光与六向应用照明</dc:title>
  <dc:subject>正文配图；六向应用辐射与器件—场—响应关系</dc:subject>
  <dc:creator>Research Figure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